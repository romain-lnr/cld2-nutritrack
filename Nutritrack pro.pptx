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7" r:id="rId5"/>
    <p:sldId id="307" r:id="rId6"/>
    <p:sldId id="308" r:id="rId7"/>
    <p:sldId id="309" r:id="rId8"/>
    <p:sldId id="320" r:id="rId9"/>
    <p:sldId id="319" r:id="rId10"/>
    <p:sldId id="304" r:id="rId11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5" autoAdjust="0"/>
    <p:restoredTop sz="95405" autoAdjust="0"/>
  </p:normalViewPr>
  <p:slideViewPr>
    <p:cSldViewPr snapToGrid="0">
      <p:cViewPr varScale="1">
        <p:scale>
          <a:sx n="109" d="100"/>
          <a:sy n="109" d="100"/>
        </p:scale>
        <p:origin x="80" y="12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23A6C5-5665-4562-8A0B-09D823E424EA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19A9682-A49C-431F-B351-03B84FC6E3ED}">
      <dgm:prSet/>
      <dgm:spPr/>
      <dgm:t>
        <a:bodyPr/>
        <a:lstStyle/>
        <a:p>
          <a:r>
            <a:rPr lang="fr-FR" b="1"/>
            <a:t>1. Backend : Django &amp; ORM</a:t>
          </a:r>
          <a:endParaRPr lang="en-US"/>
        </a:p>
      </dgm:t>
    </dgm:pt>
    <dgm:pt modelId="{4D88496E-07D8-418A-9F8B-9624F0ABA24A}" type="parTrans" cxnId="{ABA74FF7-71DA-4378-AE69-D7B36919BBA5}">
      <dgm:prSet/>
      <dgm:spPr/>
      <dgm:t>
        <a:bodyPr/>
        <a:lstStyle/>
        <a:p>
          <a:endParaRPr lang="en-US"/>
        </a:p>
      </dgm:t>
    </dgm:pt>
    <dgm:pt modelId="{11BE732B-E861-4DAC-9946-1761B77D36E0}" type="sibTrans" cxnId="{ABA74FF7-71DA-4378-AE69-D7B36919BBA5}">
      <dgm:prSet/>
      <dgm:spPr/>
      <dgm:t>
        <a:bodyPr/>
        <a:lstStyle/>
        <a:p>
          <a:endParaRPr lang="en-US"/>
        </a:p>
      </dgm:t>
    </dgm:pt>
    <dgm:pt modelId="{B4C65CE3-466D-4AA6-9BF1-C7BD7E399822}">
      <dgm:prSet/>
      <dgm:spPr/>
      <dgm:t>
        <a:bodyPr/>
        <a:lstStyle/>
        <a:p>
          <a:r>
            <a:rPr lang="fr-FR" b="1"/>
            <a:t>Performance :</a:t>
          </a:r>
          <a:r>
            <a:rPr lang="fr-FR"/>
            <a:t> Calculs nutritionnels via </a:t>
          </a:r>
          <a:r>
            <a:rPr lang="fr-FR" b="1"/>
            <a:t>agrégations en base de données</a:t>
          </a:r>
          <a:r>
            <a:rPr lang="fr-FR"/>
            <a:t> (Sum, Avg) plutôt qu'en Python.</a:t>
          </a:r>
          <a:endParaRPr lang="en-US"/>
        </a:p>
      </dgm:t>
    </dgm:pt>
    <dgm:pt modelId="{FE155F87-2188-4A96-BDAF-C2AD40F671CE}" type="parTrans" cxnId="{5D8ED045-7D1A-47CB-8174-BFA99F9901A0}">
      <dgm:prSet/>
      <dgm:spPr/>
      <dgm:t>
        <a:bodyPr/>
        <a:lstStyle/>
        <a:p>
          <a:endParaRPr lang="en-US"/>
        </a:p>
      </dgm:t>
    </dgm:pt>
    <dgm:pt modelId="{A826F2F8-0352-417E-9C25-582DDF76BAC6}" type="sibTrans" cxnId="{5D8ED045-7D1A-47CB-8174-BFA99F9901A0}">
      <dgm:prSet/>
      <dgm:spPr/>
      <dgm:t>
        <a:bodyPr/>
        <a:lstStyle/>
        <a:p>
          <a:endParaRPr lang="en-US"/>
        </a:p>
      </dgm:t>
    </dgm:pt>
    <dgm:pt modelId="{2D4F290D-9AF6-4D31-9B25-C0F8B88332DD}">
      <dgm:prSet/>
      <dgm:spPr/>
      <dgm:t>
        <a:bodyPr/>
        <a:lstStyle/>
        <a:p>
          <a:r>
            <a:rPr lang="fr-FR" b="1"/>
            <a:t>2. Frontend : Visualisation dynamique</a:t>
          </a:r>
          <a:endParaRPr lang="en-US"/>
        </a:p>
      </dgm:t>
    </dgm:pt>
    <dgm:pt modelId="{758BD1D8-66DC-4429-8A36-6F82E78081E9}" type="parTrans" cxnId="{CC9D39C7-AA37-4193-9828-6DDBB3257286}">
      <dgm:prSet/>
      <dgm:spPr/>
      <dgm:t>
        <a:bodyPr/>
        <a:lstStyle/>
        <a:p>
          <a:endParaRPr lang="en-US"/>
        </a:p>
      </dgm:t>
    </dgm:pt>
    <dgm:pt modelId="{A3BA21B8-32D0-4B8E-B3FE-F661FA2EBB80}" type="sibTrans" cxnId="{CC9D39C7-AA37-4193-9828-6DDBB3257286}">
      <dgm:prSet/>
      <dgm:spPr/>
      <dgm:t>
        <a:bodyPr/>
        <a:lstStyle/>
        <a:p>
          <a:endParaRPr lang="en-US"/>
        </a:p>
      </dgm:t>
    </dgm:pt>
    <dgm:pt modelId="{677386FD-A599-4608-BB69-97D9AAFBD99E}">
      <dgm:prSet/>
      <dgm:spPr/>
      <dgm:t>
        <a:bodyPr/>
        <a:lstStyle/>
        <a:p>
          <a:r>
            <a:rPr lang="fr-FR" b="1"/>
            <a:t>UX :</a:t>
          </a:r>
          <a:r>
            <a:rPr lang="fr-FR"/>
            <a:t> Lecture fluide et interface </a:t>
          </a:r>
          <a:r>
            <a:rPr lang="fr-FR" b="1"/>
            <a:t>responsive</a:t>
          </a:r>
          <a:r>
            <a:rPr lang="fr-FR"/>
            <a:t> (adaptée mobile/PC).</a:t>
          </a:r>
          <a:endParaRPr lang="en-US"/>
        </a:p>
      </dgm:t>
    </dgm:pt>
    <dgm:pt modelId="{5916B561-20E0-437F-B90D-792A43A2DAEB}" type="parTrans" cxnId="{1BD3E810-578A-45B6-A1B1-CA42AD7EA718}">
      <dgm:prSet/>
      <dgm:spPr/>
      <dgm:t>
        <a:bodyPr/>
        <a:lstStyle/>
        <a:p>
          <a:endParaRPr lang="en-US"/>
        </a:p>
      </dgm:t>
    </dgm:pt>
    <dgm:pt modelId="{8DF595AE-35F9-43F9-A388-4A2C223C85BF}" type="sibTrans" cxnId="{1BD3E810-578A-45B6-A1B1-CA42AD7EA718}">
      <dgm:prSet/>
      <dgm:spPr/>
      <dgm:t>
        <a:bodyPr/>
        <a:lstStyle/>
        <a:p>
          <a:endParaRPr lang="en-US"/>
        </a:p>
      </dgm:t>
    </dgm:pt>
    <dgm:pt modelId="{61CE76FF-5F82-4186-B6AD-6B1C170FBD1E}">
      <dgm:prSet/>
      <dgm:spPr/>
      <dgm:t>
        <a:bodyPr/>
        <a:lstStyle/>
        <a:p>
          <a:r>
            <a:rPr lang="fr-FR" b="1"/>
            <a:t>3. Gestion Médias : Pillow</a:t>
          </a:r>
          <a:endParaRPr lang="en-US"/>
        </a:p>
      </dgm:t>
    </dgm:pt>
    <dgm:pt modelId="{537DD1E9-18DD-48EA-84A0-3EF770ED1D1A}" type="parTrans" cxnId="{65D42B76-D6D8-4660-9F12-2F32FEAAE268}">
      <dgm:prSet/>
      <dgm:spPr/>
      <dgm:t>
        <a:bodyPr/>
        <a:lstStyle/>
        <a:p>
          <a:endParaRPr lang="en-US"/>
        </a:p>
      </dgm:t>
    </dgm:pt>
    <dgm:pt modelId="{970FAA7A-4B96-4074-B1EC-EF77B065ED6C}" type="sibTrans" cxnId="{65D42B76-D6D8-4660-9F12-2F32FEAAE268}">
      <dgm:prSet/>
      <dgm:spPr/>
      <dgm:t>
        <a:bodyPr/>
        <a:lstStyle/>
        <a:p>
          <a:endParaRPr lang="en-US"/>
        </a:p>
      </dgm:t>
    </dgm:pt>
    <dgm:pt modelId="{A2005353-5D8B-4A13-9996-45C18B19002E}">
      <dgm:prSet/>
      <dgm:spPr/>
      <dgm:t>
        <a:bodyPr/>
        <a:lstStyle/>
        <a:p>
          <a:r>
            <a:rPr lang="fr-FR" b="1"/>
            <a:t>Traitement :</a:t>
          </a:r>
          <a:r>
            <a:rPr lang="fr-FR"/>
            <a:t> Validation et redimensionnement des images d'aliments à l'upload.</a:t>
          </a:r>
          <a:endParaRPr lang="en-US"/>
        </a:p>
      </dgm:t>
    </dgm:pt>
    <dgm:pt modelId="{5C3B881E-0F38-473D-BC9A-CE71D48CF2E3}" type="parTrans" cxnId="{3E700C8E-A2EC-4569-BA2B-5D38DE6C5C8B}">
      <dgm:prSet/>
      <dgm:spPr/>
      <dgm:t>
        <a:bodyPr/>
        <a:lstStyle/>
        <a:p>
          <a:endParaRPr lang="en-US"/>
        </a:p>
      </dgm:t>
    </dgm:pt>
    <dgm:pt modelId="{074B8360-0010-4AD4-A4DC-D104A39B231B}" type="sibTrans" cxnId="{3E700C8E-A2EC-4569-BA2B-5D38DE6C5C8B}">
      <dgm:prSet/>
      <dgm:spPr/>
      <dgm:t>
        <a:bodyPr/>
        <a:lstStyle/>
        <a:p>
          <a:endParaRPr lang="en-US"/>
        </a:p>
      </dgm:t>
    </dgm:pt>
    <dgm:pt modelId="{BB15D168-3EA0-4B8A-A730-1632B6B063BD}" type="pres">
      <dgm:prSet presAssocID="{C323A6C5-5665-4562-8A0B-09D823E424EA}" presName="diagram" presStyleCnt="0">
        <dgm:presLayoutVars>
          <dgm:dir/>
          <dgm:resizeHandles val="exact"/>
        </dgm:presLayoutVars>
      </dgm:prSet>
      <dgm:spPr/>
    </dgm:pt>
    <dgm:pt modelId="{75E5A044-91E8-4FA8-AD11-5C56BB8974DB}" type="pres">
      <dgm:prSet presAssocID="{419A9682-A49C-431F-B351-03B84FC6E3ED}" presName="node" presStyleLbl="node1" presStyleIdx="0" presStyleCnt="6">
        <dgm:presLayoutVars>
          <dgm:bulletEnabled val="1"/>
        </dgm:presLayoutVars>
      </dgm:prSet>
      <dgm:spPr/>
    </dgm:pt>
    <dgm:pt modelId="{74AF7FF2-6997-4259-82EF-26BF8A61FCA8}" type="pres">
      <dgm:prSet presAssocID="{11BE732B-E861-4DAC-9946-1761B77D36E0}" presName="sibTrans" presStyleCnt="0"/>
      <dgm:spPr/>
    </dgm:pt>
    <dgm:pt modelId="{9417B549-2EBE-410A-B69C-170F514519B4}" type="pres">
      <dgm:prSet presAssocID="{B4C65CE3-466D-4AA6-9BF1-C7BD7E399822}" presName="node" presStyleLbl="node1" presStyleIdx="1" presStyleCnt="6">
        <dgm:presLayoutVars>
          <dgm:bulletEnabled val="1"/>
        </dgm:presLayoutVars>
      </dgm:prSet>
      <dgm:spPr/>
    </dgm:pt>
    <dgm:pt modelId="{35405125-F4DF-406B-A130-0E777876DE99}" type="pres">
      <dgm:prSet presAssocID="{A826F2F8-0352-417E-9C25-582DDF76BAC6}" presName="sibTrans" presStyleCnt="0"/>
      <dgm:spPr/>
    </dgm:pt>
    <dgm:pt modelId="{0F059D03-D1FE-47D2-84BA-62E45A48711D}" type="pres">
      <dgm:prSet presAssocID="{2D4F290D-9AF6-4D31-9B25-C0F8B88332DD}" presName="node" presStyleLbl="node1" presStyleIdx="2" presStyleCnt="6">
        <dgm:presLayoutVars>
          <dgm:bulletEnabled val="1"/>
        </dgm:presLayoutVars>
      </dgm:prSet>
      <dgm:spPr/>
    </dgm:pt>
    <dgm:pt modelId="{EA561E8E-710A-49AC-8DDE-EEC93C11DE67}" type="pres">
      <dgm:prSet presAssocID="{A3BA21B8-32D0-4B8E-B3FE-F661FA2EBB80}" presName="sibTrans" presStyleCnt="0"/>
      <dgm:spPr/>
    </dgm:pt>
    <dgm:pt modelId="{44B5533B-0CB0-4B74-B2D4-10539775DC9A}" type="pres">
      <dgm:prSet presAssocID="{677386FD-A599-4608-BB69-97D9AAFBD99E}" presName="node" presStyleLbl="node1" presStyleIdx="3" presStyleCnt="6">
        <dgm:presLayoutVars>
          <dgm:bulletEnabled val="1"/>
        </dgm:presLayoutVars>
      </dgm:prSet>
      <dgm:spPr/>
    </dgm:pt>
    <dgm:pt modelId="{EE886BE5-59FB-41D2-A9BB-4629769A6DAC}" type="pres">
      <dgm:prSet presAssocID="{8DF595AE-35F9-43F9-A388-4A2C223C85BF}" presName="sibTrans" presStyleCnt="0"/>
      <dgm:spPr/>
    </dgm:pt>
    <dgm:pt modelId="{892166FB-94E3-409E-AD7B-813A407998F2}" type="pres">
      <dgm:prSet presAssocID="{61CE76FF-5F82-4186-B6AD-6B1C170FBD1E}" presName="node" presStyleLbl="node1" presStyleIdx="4" presStyleCnt="6">
        <dgm:presLayoutVars>
          <dgm:bulletEnabled val="1"/>
        </dgm:presLayoutVars>
      </dgm:prSet>
      <dgm:spPr/>
    </dgm:pt>
    <dgm:pt modelId="{08AB3863-220B-4A17-BCBD-25D4F9D9737F}" type="pres">
      <dgm:prSet presAssocID="{970FAA7A-4B96-4074-B1EC-EF77B065ED6C}" presName="sibTrans" presStyleCnt="0"/>
      <dgm:spPr/>
    </dgm:pt>
    <dgm:pt modelId="{A0A1D627-640E-4846-B308-492D92458727}" type="pres">
      <dgm:prSet presAssocID="{A2005353-5D8B-4A13-9996-45C18B19002E}" presName="node" presStyleLbl="node1" presStyleIdx="5" presStyleCnt="6">
        <dgm:presLayoutVars>
          <dgm:bulletEnabled val="1"/>
        </dgm:presLayoutVars>
      </dgm:prSet>
      <dgm:spPr/>
    </dgm:pt>
  </dgm:ptLst>
  <dgm:cxnLst>
    <dgm:cxn modelId="{1BD3E810-578A-45B6-A1B1-CA42AD7EA718}" srcId="{C323A6C5-5665-4562-8A0B-09D823E424EA}" destId="{677386FD-A599-4608-BB69-97D9AAFBD99E}" srcOrd="3" destOrd="0" parTransId="{5916B561-20E0-437F-B90D-792A43A2DAEB}" sibTransId="{8DF595AE-35F9-43F9-A388-4A2C223C85BF}"/>
    <dgm:cxn modelId="{D11A6E20-1EC9-4B59-B859-3804CA13D814}" type="presOf" srcId="{A2005353-5D8B-4A13-9996-45C18B19002E}" destId="{A0A1D627-640E-4846-B308-492D92458727}" srcOrd="0" destOrd="0" presId="urn:microsoft.com/office/officeart/2005/8/layout/default"/>
    <dgm:cxn modelId="{5D8ED045-7D1A-47CB-8174-BFA99F9901A0}" srcId="{C323A6C5-5665-4562-8A0B-09D823E424EA}" destId="{B4C65CE3-466D-4AA6-9BF1-C7BD7E399822}" srcOrd="1" destOrd="0" parTransId="{FE155F87-2188-4A96-BDAF-C2AD40F671CE}" sibTransId="{A826F2F8-0352-417E-9C25-582DDF76BAC6}"/>
    <dgm:cxn modelId="{65D42B76-D6D8-4660-9F12-2F32FEAAE268}" srcId="{C323A6C5-5665-4562-8A0B-09D823E424EA}" destId="{61CE76FF-5F82-4186-B6AD-6B1C170FBD1E}" srcOrd="4" destOrd="0" parTransId="{537DD1E9-18DD-48EA-84A0-3EF770ED1D1A}" sibTransId="{970FAA7A-4B96-4074-B1EC-EF77B065ED6C}"/>
    <dgm:cxn modelId="{6E764777-8C11-4629-847C-039D3E2701B2}" type="presOf" srcId="{61CE76FF-5F82-4186-B6AD-6B1C170FBD1E}" destId="{892166FB-94E3-409E-AD7B-813A407998F2}" srcOrd="0" destOrd="0" presId="urn:microsoft.com/office/officeart/2005/8/layout/default"/>
    <dgm:cxn modelId="{3E700C8E-A2EC-4569-BA2B-5D38DE6C5C8B}" srcId="{C323A6C5-5665-4562-8A0B-09D823E424EA}" destId="{A2005353-5D8B-4A13-9996-45C18B19002E}" srcOrd="5" destOrd="0" parTransId="{5C3B881E-0F38-473D-BC9A-CE71D48CF2E3}" sibTransId="{074B8360-0010-4AD4-A4DC-D104A39B231B}"/>
    <dgm:cxn modelId="{1A6614A9-6C65-4EC2-8804-2D7EC6A4B02B}" type="presOf" srcId="{677386FD-A599-4608-BB69-97D9AAFBD99E}" destId="{44B5533B-0CB0-4B74-B2D4-10539775DC9A}" srcOrd="0" destOrd="0" presId="urn:microsoft.com/office/officeart/2005/8/layout/default"/>
    <dgm:cxn modelId="{18B187A9-1429-4D81-9DF6-68E86C9A0A6F}" type="presOf" srcId="{C323A6C5-5665-4562-8A0B-09D823E424EA}" destId="{BB15D168-3EA0-4B8A-A730-1632B6B063BD}" srcOrd="0" destOrd="0" presId="urn:microsoft.com/office/officeart/2005/8/layout/default"/>
    <dgm:cxn modelId="{EAAF35B9-B291-4421-956E-C20F3B220192}" type="presOf" srcId="{419A9682-A49C-431F-B351-03B84FC6E3ED}" destId="{75E5A044-91E8-4FA8-AD11-5C56BB8974DB}" srcOrd="0" destOrd="0" presId="urn:microsoft.com/office/officeart/2005/8/layout/default"/>
    <dgm:cxn modelId="{CC9D39C7-AA37-4193-9828-6DDBB3257286}" srcId="{C323A6C5-5665-4562-8A0B-09D823E424EA}" destId="{2D4F290D-9AF6-4D31-9B25-C0F8B88332DD}" srcOrd="2" destOrd="0" parTransId="{758BD1D8-66DC-4429-8A36-6F82E78081E9}" sibTransId="{A3BA21B8-32D0-4B8E-B3FE-F661FA2EBB80}"/>
    <dgm:cxn modelId="{2541A0F0-F141-4ACF-9DE2-0BDCB37F4F02}" type="presOf" srcId="{B4C65CE3-466D-4AA6-9BF1-C7BD7E399822}" destId="{9417B549-2EBE-410A-B69C-170F514519B4}" srcOrd="0" destOrd="0" presId="urn:microsoft.com/office/officeart/2005/8/layout/default"/>
    <dgm:cxn modelId="{D0FB93F2-4164-499B-A87F-DC23A48BD542}" type="presOf" srcId="{2D4F290D-9AF6-4D31-9B25-C0F8B88332DD}" destId="{0F059D03-D1FE-47D2-84BA-62E45A48711D}" srcOrd="0" destOrd="0" presId="urn:microsoft.com/office/officeart/2005/8/layout/default"/>
    <dgm:cxn modelId="{ABA74FF7-71DA-4378-AE69-D7B36919BBA5}" srcId="{C323A6C5-5665-4562-8A0B-09D823E424EA}" destId="{419A9682-A49C-431F-B351-03B84FC6E3ED}" srcOrd="0" destOrd="0" parTransId="{4D88496E-07D8-418A-9F8B-9624F0ABA24A}" sibTransId="{11BE732B-E861-4DAC-9946-1761B77D36E0}"/>
    <dgm:cxn modelId="{760701B2-3711-4C02-8B89-E756079427B1}" type="presParOf" srcId="{BB15D168-3EA0-4B8A-A730-1632B6B063BD}" destId="{75E5A044-91E8-4FA8-AD11-5C56BB8974DB}" srcOrd="0" destOrd="0" presId="urn:microsoft.com/office/officeart/2005/8/layout/default"/>
    <dgm:cxn modelId="{4216F57F-A77C-46F1-BE27-5085DB5E1CD6}" type="presParOf" srcId="{BB15D168-3EA0-4B8A-A730-1632B6B063BD}" destId="{74AF7FF2-6997-4259-82EF-26BF8A61FCA8}" srcOrd="1" destOrd="0" presId="urn:microsoft.com/office/officeart/2005/8/layout/default"/>
    <dgm:cxn modelId="{4B29B119-3CC8-4A7D-9C1C-9C9A1072098A}" type="presParOf" srcId="{BB15D168-3EA0-4B8A-A730-1632B6B063BD}" destId="{9417B549-2EBE-410A-B69C-170F514519B4}" srcOrd="2" destOrd="0" presId="urn:microsoft.com/office/officeart/2005/8/layout/default"/>
    <dgm:cxn modelId="{50EA2EF4-4F6D-489D-8C7F-2FC4FDFB17B3}" type="presParOf" srcId="{BB15D168-3EA0-4B8A-A730-1632B6B063BD}" destId="{35405125-F4DF-406B-A130-0E777876DE99}" srcOrd="3" destOrd="0" presId="urn:microsoft.com/office/officeart/2005/8/layout/default"/>
    <dgm:cxn modelId="{15AE0E25-571C-4E71-A1AF-A9BE3A5BF4F1}" type="presParOf" srcId="{BB15D168-3EA0-4B8A-A730-1632B6B063BD}" destId="{0F059D03-D1FE-47D2-84BA-62E45A48711D}" srcOrd="4" destOrd="0" presId="urn:microsoft.com/office/officeart/2005/8/layout/default"/>
    <dgm:cxn modelId="{8B4D3CFC-C847-42AB-806B-D7305789419D}" type="presParOf" srcId="{BB15D168-3EA0-4B8A-A730-1632B6B063BD}" destId="{EA561E8E-710A-49AC-8DDE-EEC93C11DE67}" srcOrd="5" destOrd="0" presId="urn:microsoft.com/office/officeart/2005/8/layout/default"/>
    <dgm:cxn modelId="{A5049DDF-2C5A-49A1-8F93-8E6BCF360C0A}" type="presParOf" srcId="{BB15D168-3EA0-4B8A-A730-1632B6B063BD}" destId="{44B5533B-0CB0-4B74-B2D4-10539775DC9A}" srcOrd="6" destOrd="0" presId="urn:microsoft.com/office/officeart/2005/8/layout/default"/>
    <dgm:cxn modelId="{3C3E55B0-3EAF-4F33-8D6B-8C61B346E565}" type="presParOf" srcId="{BB15D168-3EA0-4B8A-A730-1632B6B063BD}" destId="{EE886BE5-59FB-41D2-A9BB-4629769A6DAC}" srcOrd="7" destOrd="0" presId="urn:microsoft.com/office/officeart/2005/8/layout/default"/>
    <dgm:cxn modelId="{1C05B4CF-6D39-453A-9FC3-F9C5BC38F31D}" type="presParOf" srcId="{BB15D168-3EA0-4B8A-A730-1632B6B063BD}" destId="{892166FB-94E3-409E-AD7B-813A407998F2}" srcOrd="8" destOrd="0" presId="urn:microsoft.com/office/officeart/2005/8/layout/default"/>
    <dgm:cxn modelId="{FCC8A580-04E9-4F86-B9D7-E0EC0D16A1DC}" type="presParOf" srcId="{BB15D168-3EA0-4B8A-A730-1632B6B063BD}" destId="{08AB3863-220B-4A17-BCBD-25D4F9D9737F}" srcOrd="9" destOrd="0" presId="urn:microsoft.com/office/officeart/2005/8/layout/default"/>
    <dgm:cxn modelId="{ED8DFA91-1A87-42E2-A23D-F8654F2A1B97}" type="presParOf" srcId="{BB15D168-3EA0-4B8A-A730-1632B6B063BD}" destId="{A0A1D627-640E-4846-B308-492D9245872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21CA101-3904-40D3-BF3E-08FC4697F537}" type="doc">
      <dgm:prSet loTypeId="urn:microsoft.com/office/officeart/2005/8/layout/process2" loCatId="process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992B51E-90DE-4A5C-A028-78B73DE55BBE}">
      <dgm:prSet/>
      <dgm:spPr/>
      <dgm:t>
        <a:bodyPr/>
        <a:lstStyle/>
        <a:p>
          <a:r>
            <a:rPr lang="fr-FR" b="1" i="0" baseline="0"/>
            <a:t>App (Render - PaaS) :</a:t>
          </a:r>
          <a:endParaRPr lang="en-US"/>
        </a:p>
      </dgm:t>
    </dgm:pt>
    <dgm:pt modelId="{42BA900B-7FBC-4137-B534-255E803A7F26}" type="parTrans" cxnId="{DCDA27E2-0396-414E-8494-BE366CD385EC}">
      <dgm:prSet/>
      <dgm:spPr/>
      <dgm:t>
        <a:bodyPr/>
        <a:lstStyle/>
        <a:p>
          <a:endParaRPr lang="en-US"/>
        </a:p>
      </dgm:t>
    </dgm:pt>
    <dgm:pt modelId="{3DC1AEE9-00D4-4575-B1E0-0F747378E18D}" type="sibTrans" cxnId="{DCDA27E2-0396-414E-8494-BE366CD385EC}">
      <dgm:prSet/>
      <dgm:spPr/>
      <dgm:t>
        <a:bodyPr/>
        <a:lstStyle/>
        <a:p>
          <a:endParaRPr lang="en-US"/>
        </a:p>
      </dgm:t>
    </dgm:pt>
    <dgm:pt modelId="{600DE990-0C2B-48C1-95AE-381F54C3A472}">
      <dgm:prSet/>
      <dgm:spPr/>
      <dgm:t>
        <a:bodyPr/>
        <a:lstStyle/>
        <a:p>
          <a:r>
            <a:rPr lang="fr-FR" b="0" i="1" baseline="0" dirty="0"/>
            <a:t>Justification :</a:t>
          </a:r>
          <a:r>
            <a:rPr lang="fr-FR" b="0" i="0" baseline="0" dirty="0"/>
            <a:t> Automatisation du déploiement via GitHub (CI/CD). SSL (HTTPS) gratuit et géré nativement.</a:t>
          </a:r>
          <a:endParaRPr lang="en-US" dirty="0"/>
        </a:p>
      </dgm:t>
    </dgm:pt>
    <dgm:pt modelId="{B00DAF80-2609-426A-BC8F-D186B9390D50}" type="parTrans" cxnId="{881F704F-A952-4212-A610-AD8D24F66F39}">
      <dgm:prSet/>
      <dgm:spPr/>
      <dgm:t>
        <a:bodyPr/>
        <a:lstStyle/>
        <a:p>
          <a:endParaRPr lang="en-US"/>
        </a:p>
      </dgm:t>
    </dgm:pt>
    <dgm:pt modelId="{5EC0933B-9C98-40C4-BBDB-14D931FE9A57}" type="sibTrans" cxnId="{881F704F-A952-4212-A610-AD8D24F66F39}">
      <dgm:prSet/>
      <dgm:spPr/>
      <dgm:t>
        <a:bodyPr/>
        <a:lstStyle/>
        <a:p>
          <a:endParaRPr lang="en-US"/>
        </a:p>
      </dgm:t>
    </dgm:pt>
    <dgm:pt modelId="{C6C0F419-88AE-4430-893D-739688A5809D}">
      <dgm:prSet/>
      <dgm:spPr/>
      <dgm:t>
        <a:bodyPr/>
        <a:lstStyle/>
        <a:p>
          <a:r>
            <a:rPr lang="fr-FR" b="1" i="0" baseline="0"/>
            <a:t>Data (Supabase - PostgreSQL) :</a:t>
          </a:r>
          <a:endParaRPr lang="en-US"/>
        </a:p>
      </dgm:t>
    </dgm:pt>
    <dgm:pt modelId="{99F580DE-37E4-47DB-BAB5-9A5E8E3D37AB}" type="parTrans" cxnId="{28E8488A-697F-44C1-ABEF-3CF8CE02D012}">
      <dgm:prSet/>
      <dgm:spPr/>
      <dgm:t>
        <a:bodyPr/>
        <a:lstStyle/>
        <a:p>
          <a:endParaRPr lang="en-US"/>
        </a:p>
      </dgm:t>
    </dgm:pt>
    <dgm:pt modelId="{693986F9-200D-458D-ADEC-FAC15D708204}" type="sibTrans" cxnId="{28E8488A-697F-44C1-ABEF-3CF8CE02D012}">
      <dgm:prSet/>
      <dgm:spPr/>
      <dgm:t>
        <a:bodyPr/>
        <a:lstStyle/>
        <a:p>
          <a:endParaRPr lang="en-US"/>
        </a:p>
      </dgm:t>
    </dgm:pt>
    <dgm:pt modelId="{88415E57-50EA-478D-A3DC-79251913AFF0}">
      <dgm:prSet/>
      <dgm:spPr/>
      <dgm:t>
        <a:bodyPr/>
        <a:lstStyle/>
        <a:p>
          <a:r>
            <a:rPr lang="fr-FR" b="0" i="1" baseline="0"/>
            <a:t>Justification :</a:t>
          </a:r>
          <a:r>
            <a:rPr lang="fr-FR" b="0" i="0" baseline="0"/>
            <a:t> Remplacement de SQLite pour garantir la </a:t>
          </a:r>
          <a:r>
            <a:rPr lang="fr-FR" b="1" i="0" baseline="0"/>
            <a:t>persistance</a:t>
          </a:r>
          <a:r>
            <a:rPr lang="fr-FR" b="0" i="0" baseline="0"/>
            <a:t>. PostgreSQL est le standard pour les applications Django professionnelles.</a:t>
          </a:r>
          <a:endParaRPr lang="en-US"/>
        </a:p>
      </dgm:t>
    </dgm:pt>
    <dgm:pt modelId="{CBF998B5-5F7A-46A3-9D52-EF1659BC0497}" type="parTrans" cxnId="{252ADD30-3448-4FB6-92C8-5FBB6F3B9F99}">
      <dgm:prSet/>
      <dgm:spPr/>
      <dgm:t>
        <a:bodyPr/>
        <a:lstStyle/>
        <a:p>
          <a:endParaRPr lang="en-US"/>
        </a:p>
      </dgm:t>
    </dgm:pt>
    <dgm:pt modelId="{E575AF95-7EEF-4793-9B5A-84EDB3D0B631}" type="sibTrans" cxnId="{252ADD30-3448-4FB6-92C8-5FBB6F3B9F99}">
      <dgm:prSet/>
      <dgm:spPr/>
      <dgm:t>
        <a:bodyPr/>
        <a:lstStyle/>
        <a:p>
          <a:endParaRPr lang="en-US"/>
        </a:p>
      </dgm:t>
    </dgm:pt>
    <dgm:pt modelId="{E27E8F4B-4109-4F06-9EAF-FD2B20BB41E4}">
      <dgm:prSet/>
      <dgm:spPr/>
      <dgm:t>
        <a:bodyPr/>
        <a:lstStyle/>
        <a:p>
          <a:r>
            <a:rPr lang="fr-FR" b="1" i="0" baseline="0"/>
            <a:t>Médias (Cloudinary - SaaS) :</a:t>
          </a:r>
          <a:endParaRPr lang="en-US"/>
        </a:p>
      </dgm:t>
    </dgm:pt>
    <dgm:pt modelId="{064C8984-C4CE-4318-ABDA-187B9236408C}" type="parTrans" cxnId="{CFCF3448-675E-460C-92F7-EEF56A1E26B9}">
      <dgm:prSet/>
      <dgm:spPr/>
      <dgm:t>
        <a:bodyPr/>
        <a:lstStyle/>
        <a:p>
          <a:endParaRPr lang="en-US"/>
        </a:p>
      </dgm:t>
    </dgm:pt>
    <dgm:pt modelId="{6365BBBB-FF37-454E-8CE6-B2341A0431CF}" type="sibTrans" cxnId="{CFCF3448-675E-460C-92F7-EEF56A1E26B9}">
      <dgm:prSet/>
      <dgm:spPr/>
      <dgm:t>
        <a:bodyPr/>
        <a:lstStyle/>
        <a:p>
          <a:endParaRPr lang="en-US"/>
        </a:p>
      </dgm:t>
    </dgm:pt>
    <dgm:pt modelId="{027C27C3-BDFA-438E-94C1-9005A3C01015}">
      <dgm:prSet/>
      <dgm:spPr/>
      <dgm:t>
        <a:bodyPr/>
        <a:lstStyle/>
        <a:p>
          <a:r>
            <a:rPr lang="fr-FR" b="0" i="1" baseline="0" dirty="0"/>
            <a:t>Justification :</a:t>
          </a:r>
          <a:r>
            <a:rPr lang="fr-FR" b="0" i="0" baseline="0" dirty="0"/>
            <a:t> Stockage externe indispensable car le disque de </a:t>
          </a:r>
          <a:r>
            <a:rPr lang="fr-FR" b="0" i="0" baseline="0" dirty="0" err="1"/>
            <a:t>Render</a:t>
          </a:r>
          <a:r>
            <a:rPr lang="fr-FR" b="0" i="0" baseline="0" dirty="0"/>
            <a:t> est </a:t>
          </a:r>
          <a:r>
            <a:rPr lang="fr-FR" b="1" i="0" baseline="0" dirty="0"/>
            <a:t>éphémère</a:t>
          </a:r>
          <a:r>
            <a:rPr lang="fr-FR" b="0" i="0" baseline="0" dirty="0"/>
            <a:t>. Optimisation automatique du poids des images.</a:t>
          </a:r>
          <a:endParaRPr lang="en-US" dirty="0"/>
        </a:p>
      </dgm:t>
    </dgm:pt>
    <dgm:pt modelId="{83287DCD-13FA-4B7F-96B1-DC733FF3821F}" type="parTrans" cxnId="{A6014CF5-9857-40C9-B689-3823C5D3A47D}">
      <dgm:prSet/>
      <dgm:spPr/>
      <dgm:t>
        <a:bodyPr/>
        <a:lstStyle/>
        <a:p>
          <a:endParaRPr lang="en-US"/>
        </a:p>
      </dgm:t>
    </dgm:pt>
    <dgm:pt modelId="{2E9593B5-E57C-4E32-B9C1-A321741FCFF0}" type="sibTrans" cxnId="{A6014CF5-9857-40C9-B689-3823C5D3A47D}">
      <dgm:prSet/>
      <dgm:spPr/>
      <dgm:t>
        <a:bodyPr/>
        <a:lstStyle/>
        <a:p>
          <a:endParaRPr lang="en-US"/>
        </a:p>
      </dgm:t>
    </dgm:pt>
    <dgm:pt modelId="{5F071DEF-FE4A-4CD7-A604-96B8BFEBB8CC}">
      <dgm:prSet/>
      <dgm:spPr/>
      <dgm:t>
        <a:bodyPr/>
        <a:lstStyle/>
        <a:p>
          <a:r>
            <a:rPr lang="fr-FR" b="1" i="0" baseline="0"/>
            <a:t>Coût total : 0€</a:t>
          </a:r>
          <a:endParaRPr lang="en-US"/>
        </a:p>
      </dgm:t>
    </dgm:pt>
    <dgm:pt modelId="{1BA0A430-0078-4687-80AF-76DA86581170}" type="parTrans" cxnId="{2A0872AE-35D3-447C-BBB0-7DDA9BDF2138}">
      <dgm:prSet/>
      <dgm:spPr/>
      <dgm:t>
        <a:bodyPr/>
        <a:lstStyle/>
        <a:p>
          <a:endParaRPr lang="en-US"/>
        </a:p>
      </dgm:t>
    </dgm:pt>
    <dgm:pt modelId="{2FDD072B-F354-43BD-BADB-58E4B2FE253B}" type="sibTrans" cxnId="{2A0872AE-35D3-447C-BBB0-7DDA9BDF2138}">
      <dgm:prSet/>
      <dgm:spPr/>
      <dgm:t>
        <a:bodyPr/>
        <a:lstStyle/>
        <a:p>
          <a:endParaRPr lang="en-US"/>
        </a:p>
      </dgm:t>
    </dgm:pt>
    <dgm:pt modelId="{7C18D503-627C-4012-A5E0-E34969419F3B}">
      <dgm:prSet/>
      <dgm:spPr/>
      <dgm:t>
        <a:bodyPr/>
        <a:lstStyle/>
        <a:p>
          <a:r>
            <a:rPr lang="fr-FR" b="0" i="1" baseline="0"/>
            <a:t>Justification :</a:t>
          </a:r>
          <a:r>
            <a:rPr lang="fr-FR" b="0" i="0" baseline="0"/>
            <a:t> Utilisation stratégique des paliers "Free Tier" de chaque service pour un MVP à coût nul.</a:t>
          </a:r>
          <a:endParaRPr lang="en-US"/>
        </a:p>
      </dgm:t>
    </dgm:pt>
    <dgm:pt modelId="{3014B1FC-248B-4C9E-90F8-7A8E88147FAF}" type="parTrans" cxnId="{62748A06-DBF3-4AF0-B14E-46E7179C7E6B}">
      <dgm:prSet/>
      <dgm:spPr/>
      <dgm:t>
        <a:bodyPr/>
        <a:lstStyle/>
        <a:p>
          <a:endParaRPr lang="en-US"/>
        </a:p>
      </dgm:t>
    </dgm:pt>
    <dgm:pt modelId="{23A4D538-228D-4C39-923A-F4F5CFC798C4}" type="sibTrans" cxnId="{62748A06-DBF3-4AF0-B14E-46E7179C7E6B}">
      <dgm:prSet/>
      <dgm:spPr/>
      <dgm:t>
        <a:bodyPr/>
        <a:lstStyle/>
        <a:p>
          <a:endParaRPr lang="en-US"/>
        </a:p>
      </dgm:t>
    </dgm:pt>
    <dgm:pt modelId="{B7463A3D-1382-4392-934B-DEBB8EFCF580}" type="pres">
      <dgm:prSet presAssocID="{E21CA101-3904-40D3-BF3E-08FC4697F537}" presName="linearFlow" presStyleCnt="0">
        <dgm:presLayoutVars>
          <dgm:resizeHandles val="exact"/>
        </dgm:presLayoutVars>
      </dgm:prSet>
      <dgm:spPr/>
    </dgm:pt>
    <dgm:pt modelId="{B0C1415E-852C-4DF4-B55E-8BAE21EB9F79}" type="pres">
      <dgm:prSet presAssocID="{E992B51E-90DE-4A5C-A028-78B73DE55BBE}" presName="node" presStyleLbl="node1" presStyleIdx="0" presStyleCnt="8" custLinFactX="-60536" custLinFactNeighborX="-100000" custLinFactNeighborY="73842">
        <dgm:presLayoutVars>
          <dgm:bulletEnabled val="1"/>
        </dgm:presLayoutVars>
      </dgm:prSet>
      <dgm:spPr/>
    </dgm:pt>
    <dgm:pt modelId="{6B29B225-0CDC-47DB-8A31-F6953CF758D1}" type="pres">
      <dgm:prSet presAssocID="{3DC1AEE9-00D4-4575-B1E0-0F747378E18D}" presName="sibTrans" presStyleLbl="sibTrans2D1" presStyleIdx="0" presStyleCnt="7"/>
      <dgm:spPr/>
    </dgm:pt>
    <dgm:pt modelId="{4E10F69D-4785-4D83-A19C-8FBAEEF36597}" type="pres">
      <dgm:prSet presAssocID="{3DC1AEE9-00D4-4575-B1E0-0F747378E18D}" presName="connectorText" presStyleLbl="sibTrans2D1" presStyleIdx="0" presStyleCnt="7"/>
      <dgm:spPr/>
    </dgm:pt>
    <dgm:pt modelId="{2D3BEF4C-B618-4D99-9C85-AEC2CB89EDFF}" type="pres">
      <dgm:prSet presAssocID="{600DE990-0C2B-48C1-95AE-381F54C3A472}" presName="node" presStyleLbl="node1" presStyleIdx="1" presStyleCnt="8" custLinFactX="-63821" custLinFactY="100000" custLinFactNeighborX="-100000" custLinFactNeighborY="130685">
        <dgm:presLayoutVars>
          <dgm:bulletEnabled val="1"/>
        </dgm:presLayoutVars>
      </dgm:prSet>
      <dgm:spPr/>
    </dgm:pt>
    <dgm:pt modelId="{42A5F06E-01FE-46EC-AFFB-BC039B77C63E}" type="pres">
      <dgm:prSet presAssocID="{5EC0933B-9C98-40C4-BBDB-14D931FE9A57}" presName="sibTrans" presStyleLbl="sibTrans2D1" presStyleIdx="1" presStyleCnt="7"/>
      <dgm:spPr/>
    </dgm:pt>
    <dgm:pt modelId="{FD8B693A-BCD5-4856-B197-9F9752B91990}" type="pres">
      <dgm:prSet presAssocID="{5EC0933B-9C98-40C4-BBDB-14D931FE9A57}" presName="connectorText" presStyleLbl="sibTrans2D1" presStyleIdx="1" presStyleCnt="7"/>
      <dgm:spPr/>
    </dgm:pt>
    <dgm:pt modelId="{1C3A6036-FE9E-4896-A562-9134A0D6570E}" type="pres">
      <dgm:prSet presAssocID="{C6C0F419-88AE-4430-893D-739688A5809D}" presName="node" presStyleLbl="node1" presStyleIdx="2" presStyleCnt="8" custLinFactY="-176106" custLinFactNeighborX="-1642" custLinFactNeighborY="-200000">
        <dgm:presLayoutVars>
          <dgm:bulletEnabled val="1"/>
        </dgm:presLayoutVars>
      </dgm:prSet>
      <dgm:spPr/>
    </dgm:pt>
    <dgm:pt modelId="{237D6FD3-E5FB-4F84-A910-097074387920}" type="pres">
      <dgm:prSet presAssocID="{693986F9-200D-458D-ADEC-FAC15D708204}" presName="sibTrans" presStyleLbl="sibTrans2D1" presStyleIdx="2" presStyleCnt="7"/>
      <dgm:spPr/>
    </dgm:pt>
    <dgm:pt modelId="{7D3DF611-8D40-44BC-828D-8495994BA0D0}" type="pres">
      <dgm:prSet presAssocID="{693986F9-200D-458D-ADEC-FAC15D708204}" presName="connectorText" presStyleLbl="sibTrans2D1" presStyleIdx="2" presStyleCnt="7"/>
      <dgm:spPr/>
    </dgm:pt>
    <dgm:pt modelId="{49E91073-555F-4565-81F3-89AF2E2A519D}" type="pres">
      <dgm:prSet presAssocID="{88415E57-50EA-478D-A3DC-79251913AFF0}" presName="node" presStyleLbl="node1" presStyleIdx="3" presStyleCnt="8" custLinFactY="-98919" custLinFactNeighborX="-3285" custLinFactNeighborY="-100000">
        <dgm:presLayoutVars>
          <dgm:bulletEnabled val="1"/>
        </dgm:presLayoutVars>
      </dgm:prSet>
      <dgm:spPr/>
    </dgm:pt>
    <dgm:pt modelId="{C1A84021-30BE-4CB8-8E17-151A5D500601}" type="pres">
      <dgm:prSet presAssocID="{E575AF95-7EEF-4793-9B5A-84EDB3D0B631}" presName="sibTrans" presStyleLbl="sibTrans2D1" presStyleIdx="3" presStyleCnt="7"/>
      <dgm:spPr/>
    </dgm:pt>
    <dgm:pt modelId="{CE8E075B-4E1C-400B-9489-B51FE4FF66FA}" type="pres">
      <dgm:prSet presAssocID="{E575AF95-7EEF-4793-9B5A-84EDB3D0B631}" presName="connectorText" presStyleLbl="sibTrans2D1" presStyleIdx="3" presStyleCnt="7"/>
      <dgm:spPr/>
    </dgm:pt>
    <dgm:pt modelId="{FC879369-B4F8-4BA9-A334-FF00FDB840FD}" type="pres">
      <dgm:prSet presAssocID="{E27E8F4B-4109-4F06-9EAF-FD2B20BB41E4}" presName="node" presStyleLbl="node1" presStyleIdx="4" presStyleCnt="8" custLinFactX="41455" custLinFactY="-376291" custLinFactNeighborX="100000" custLinFactNeighborY="-400000">
        <dgm:presLayoutVars>
          <dgm:bulletEnabled val="1"/>
        </dgm:presLayoutVars>
      </dgm:prSet>
      <dgm:spPr/>
    </dgm:pt>
    <dgm:pt modelId="{52940CE1-6367-4745-878F-4801FFFACE10}" type="pres">
      <dgm:prSet presAssocID="{6365BBBB-FF37-454E-8CE6-B2341A0431CF}" presName="sibTrans" presStyleLbl="sibTrans2D1" presStyleIdx="4" presStyleCnt="7"/>
      <dgm:spPr/>
    </dgm:pt>
    <dgm:pt modelId="{4AF9F8B6-D25D-4C06-A753-7EC5E74D0712}" type="pres">
      <dgm:prSet presAssocID="{6365BBBB-FF37-454E-8CE6-B2341A0431CF}" presName="connectorText" presStyleLbl="sibTrans2D1" presStyleIdx="4" presStyleCnt="7"/>
      <dgm:spPr/>
    </dgm:pt>
    <dgm:pt modelId="{F4D1167E-28F1-4605-A64C-F25EF054FA94}" type="pres">
      <dgm:prSet presAssocID="{027C27C3-BDFA-438E-94C1-9005A3C01015}" presName="node" presStyleLbl="node1" presStyleIdx="5" presStyleCnt="8" custLinFactX="36723" custLinFactY="-298919" custLinFactNeighborX="100000" custLinFactNeighborY="-300000">
        <dgm:presLayoutVars>
          <dgm:bulletEnabled val="1"/>
        </dgm:presLayoutVars>
      </dgm:prSet>
      <dgm:spPr/>
    </dgm:pt>
    <dgm:pt modelId="{851E750A-7545-4855-8082-6FA28B0D4C1E}" type="pres">
      <dgm:prSet presAssocID="{2E9593B5-E57C-4E32-B9C1-A321741FCFF0}" presName="sibTrans" presStyleLbl="sibTrans2D1" presStyleIdx="5" presStyleCnt="7"/>
      <dgm:spPr/>
    </dgm:pt>
    <dgm:pt modelId="{D755CAC7-A02F-4CC9-9E58-3E266E04557D}" type="pres">
      <dgm:prSet presAssocID="{2E9593B5-E57C-4E32-B9C1-A321741FCFF0}" presName="connectorText" presStyleLbl="sibTrans2D1" presStyleIdx="5" presStyleCnt="7"/>
      <dgm:spPr/>
    </dgm:pt>
    <dgm:pt modelId="{E5A52C84-AABF-4A8F-8489-BACD67398061}" type="pres">
      <dgm:prSet presAssocID="{5F071DEF-FE4A-4CD7-A604-96B8BFEBB8CC}" presName="node" presStyleLbl="node1" presStyleIdx="6" presStyleCnt="8" custLinFactX="28512" custLinFactY="-209497" custLinFactNeighborX="100000" custLinFactNeighborY="-300000">
        <dgm:presLayoutVars>
          <dgm:bulletEnabled val="1"/>
        </dgm:presLayoutVars>
      </dgm:prSet>
      <dgm:spPr/>
    </dgm:pt>
    <dgm:pt modelId="{3C8A6259-2C78-43C8-80BE-EE9A4DE5ABE9}" type="pres">
      <dgm:prSet presAssocID="{2FDD072B-F354-43BD-BADB-58E4B2FE253B}" presName="sibTrans" presStyleLbl="sibTrans2D1" presStyleIdx="6" presStyleCnt="7"/>
      <dgm:spPr/>
    </dgm:pt>
    <dgm:pt modelId="{FCD81BD1-10A7-4D8C-8600-635AB7375E7E}" type="pres">
      <dgm:prSet presAssocID="{2FDD072B-F354-43BD-BADB-58E4B2FE253B}" presName="connectorText" presStyleLbl="sibTrans2D1" presStyleIdx="6" presStyleCnt="7"/>
      <dgm:spPr/>
    </dgm:pt>
    <dgm:pt modelId="{88C29716-6337-4FAB-BD76-8B1BA0BB460F}" type="pres">
      <dgm:prSet presAssocID="{7C18D503-627C-4012-A5E0-E34969419F3B}" presName="node" presStyleLbl="node1" presStyleIdx="7" presStyleCnt="8" custLinFactY="-302449" custLinFactNeighborX="-9854" custLinFactNeighborY="-400000">
        <dgm:presLayoutVars>
          <dgm:bulletEnabled val="1"/>
        </dgm:presLayoutVars>
      </dgm:prSet>
      <dgm:spPr/>
    </dgm:pt>
  </dgm:ptLst>
  <dgm:cxnLst>
    <dgm:cxn modelId="{62748A06-DBF3-4AF0-B14E-46E7179C7E6B}" srcId="{E21CA101-3904-40D3-BF3E-08FC4697F537}" destId="{7C18D503-627C-4012-A5E0-E34969419F3B}" srcOrd="7" destOrd="0" parTransId="{3014B1FC-248B-4C9E-90F8-7A8E88147FAF}" sibTransId="{23A4D538-228D-4C39-923A-F4F5CFC798C4}"/>
    <dgm:cxn modelId="{1221A316-4070-4295-A5FF-126422002264}" type="presOf" srcId="{7C18D503-627C-4012-A5E0-E34969419F3B}" destId="{88C29716-6337-4FAB-BD76-8B1BA0BB460F}" srcOrd="0" destOrd="0" presId="urn:microsoft.com/office/officeart/2005/8/layout/process2"/>
    <dgm:cxn modelId="{7982BB25-CA25-4A91-88EF-FE8E31A6CDD6}" type="presOf" srcId="{E575AF95-7EEF-4793-9B5A-84EDB3D0B631}" destId="{C1A84021-30BE-4CB8-8E17-151A5D500601}" srcOrd="0" destOrd="0" presId="urn:microsoft.com/office/officeart/2005/8/layout/process2"/>
    <dgm:cxn modelId="{252ADD30-3448-4FB6-92C8-5FBB6F3B9F99}" srcId="{E21CA101-3904-40D3-BF3E-08FC4697F537}" destId="{88415E57-50EA-478D-A3DC-79251913AFF0}" srcOrd="3" destOrd="0" parTransId="{CBF998B5-5F7A-46A3-9D52-EF1659BC0497}" sibTransId="{E575AF95-7EEF-4793-9B5A-84EDB3D0B631}"/>
    <dgm:cxn modelId="{6DA7F636-1889-4401-ADB6-1EC751A4C310}" type="presOf" srcId="{E21CA101-3904-40D3-BF3E-08FC4697F537}" destId="{B7463A3D-1382-4392-934B-DEBB8EFCF580}" srcOrd="0" destOrd="0" presId="urn:microsoft.com/office/officeart/2005/8/layout/process2"/>
    <dgm:cxn modelId="{4440293E-2E46-42BD-A322-F6925ADC87AD}" type="presOf" srcId="{027C27C3-BDFA-438E-94C1-9005A3C01015}" destId="{F4D1167E-28F1-4605-A64C-F25EF054FA94}" srcOrd="0" destOrd="0" presId="urn:microsoft.com/office/officeart/2005/8/layout/process2"/>
    <dgm:cxn modelId="{CFCF3448-675E-460C-92F7-EEF56A1E26B9}" srcId="{E21CA101-3904-40D3-BF3E-08FC4697F537}" destId="{E27E8F4B-4109-4F06-9EAF-FD2B20BB41E4}" srcOrd="4" destOrd="0" parTransId="{064C8984-C4CE-4318-ABDA-187B9236408C}" sibTransId="{6365BBBB-FF37-454E-8CE6-B2341A0431CF}"/>
    <dgm:cxn modelId="{8D35D76D-A956-43A1-8640-F18831C0CA1E}" type="presOf" srcId="{E27E8F4B-4109-4F06-9EAF-FD2B20BB41E4}" destId="{FC879369-B4F8-4BA9-A334-FF00FDB840FD}" srcOrd="0" destOrd="0" presId="urn:microsoft.com/office/officeart/2005/8/layout/process2"/>
    <dgm:cxn modelId="{881F704F-A952-4212-A610-AD8D24F66F39}" srcId="{E21CA101-3904-40D3-BF3E-08FC4697F537}" destId="{600DE990-0C2B-48C1-95AE-381F54C3A472}" srcOrd="1" destOrd="0" parTransId="{B00DAF80-2609-426A-BC8F-D186B9390D50}" sibTransId="{5EC0933B-9C98-40C4-BBDB-14D931FE9A57}"/>
    <dgm:cxn modelId="{83032A75-E405-4DF0-86AD-107FBF695A52}" type="presOf" srcId="{693986F9-200D-458D-ADEC-FAC15D708204}" destId="{7D3DF611-8D40-44BC-828D-8495994BA0D0}" srcOrd="1" destOrd="0" presId="urn:microsoft.com/office/officeart/2005/8/layout/process2"/>
    <dgm:cxn modelId="{C11F8188-033B-4E70-9302-2ED784FC878A}" type="presOf" srcId="{6365BBBB-FF37-454E-8CE6-B2341A0431CF}" destId="{52940CE1-6367-4745-878F-4801FFFACE10}" srcOrd="0" destOrd="0" presId="urn:microsoft.com/office/officeart/2005/8/layout/process2"/>
    <dgm:cxn modelId="{28E8488A-697F-44C1-ABEF-3CF8CE02D012}" srcId="{E21CA101-3904-40D3-BF3E-08FC4697F537}" destId="{C6C0F419-88AE-4430-893D-739688A5809D}" srcOrd="2" destOrd="0" parTransId="{99F580DE-37E4-47DB-BAB5-9A5E8E3D37AB}" sibTransId="{693986F9-200D-458D-ADEC-FAC15D708204}"/>
    <dgm:cxn modelId="{D768609A-6272-414F-B2D1-DDB32908C1DB}" type="presOf" srcId="{600DE990-0C2B-48C1-95AE-381F54C3A472}" destId="{2D3BEF4C-B618-4D99-9C85-AEC2CB89EDFF}" srcOrd="0" destOrd="0" presId="urn:microsoft.com/office/officeart/2005/8/layout/process2"/>
    <dgm:cxn modelId="{9D1ACBA1-EB6C-4CD9-93D2-BFD735A68BED}" type="presOf" srcId="{3DC1AEE9-00D4-4575-B1E0-0F747378E18D}" destId="{4E10F69D-4785-4D83-A19C-8FBAEEF36597}" srcOrd="1" destOrd="0" presId="urn:microsoft.com/office/officeart/2005/8/layout/process2"/>
    <dgm:cxn modelId="{D095C8A2-93BD-4E6D-AADB-4ED8DDF75CE5}" type="presOf" srcId="{C6C0F419-88AE-4430-893D-739688A5809D}" destId="{1C3A6036-FE9E-4896-A562-9134A0D6570E}" srcOrd="0" destOrd="0" presId="urn:microsoft.com/office/officeart/2005/8/layout/process2"/>
    <dgm:cxn modelId="{F35ED3AA-444A-4BB0-8B15-C0F67FFC5729}" type="presOf" srcId="{6365BBBB-FF37-454E-8CE6-B2341A0431CF}" destId="{4AF9F8B6-D25D-4C06-A753-7EC5E74D0712}" srcOrd="1" destOrd="0" presId="urn:microsoft.com/office/officeart/2005/8/layout/process2"/>
    <dgm:cxn modelId="{2A0872AE-35D3-447C-BBB0-7DDA9BDF2138}" srcId="{E21CA101-3904-40D3-BF3E-08FC4697F537}" destId="{5F071DEF-FE4A-4CD7-A604-96B8BFEBB8CC}" srcOrd="6" destOrd="0" parTransId="{1BA0A430-0078-4687-80AF-76DA86581170}" sibTransId="{2FDD072B-F354-43BD-BADB-58E4B2FE253B}"/>
    <dgm:cxn modelId="{718632B3-DF21-4A92-B9EB-6A817F066C3A}" type="presOf" srcId="{3DC1AEE9-00D4-4575-B1E0-0F747378E18D}" destId="{6B29B225-0CDC-47DB-8A31-F6953CF758D1}" srcOrd="0" destOrd="0" presId="urn:microsoft.com/office/officeart/2005/8/layout/process2"/>
    <dgm:cxn modelId="{EF0779B9-03BE-4883-88C4-B7807ABA4AC4}" type="presOf" srcId="{693986F9-200D-458D-ADEC-FAC15D708204}" destId="{237D6FD3-E5FB-4F84-A910-097074387920}" srcOrd="0" destOrd="0" presId="urn:microsoft.com/office/officeart/2005/8/layout/process2"/>
    <dgm:cxn modelId="{776637BB-2004-4383-A1AB-41663C20E354}" type="presOf" srcId="{5F071DEF-FE4A-4CD7-A604-96B8BFEBB8CC}" destId="{E5A52C84-AABF-4A8F-8489-BACD67398061}" srcOrd="0" destOrd="0" presId="urn:microsoft.com/office/officeart/2005/8/layout/process2"/>
    <dgm:cxn modelId="{C30204BE-1D89-4D61-8BB7-C6A668430C09}" type="presOf" srcId="{E992B51E-90DE-4A5C-A028-78B73DE55BBE}" destId="{B0C1415E-852C-4DF4-B55E-8BAE21EB9F79}" srcOrd="0" destOrd="0" presId="urn:microsoft.com/office/officeart/2005/8/layout/process2"/>
    <dgm:cxn modelId="{AE710ACF-C4EE-4370-8575-9369365E6F1B}" type="presOf" srcId="{E575AF95-7EEF-4793-9B5A-84EDB3D0B631}" destId="{CE8E075B-4E1C-400B-9489-B51FE4FF66FA}" srcOrd="1" destOrd="0" presId="urn:microsoft.com/office/officeart/2005/8/layout/process2"/>
    <dgm:cxn modelId="{5171CECF-C30D-4084-BBFC-F204CC8AC54D}" type="presOf" srcId="{88415E57-50EA-478D-A3DC-79251913AFF0}" destId="{49E91073-555F-4565-81F3-89AF2E2A519D}" srcOrd="0" destOrd="0" presId="urn:microsoft.com/office/officeart/2005/8/layout/process2"/>
    <dgm:cxn modelId="{86E1BCDD-2E68-4161-9164-A3DF54489531}" type="presOf" srcId="{2E9593B5-E57C-4E32-B9C1-A321741FCFF0}" destId="{851E750A-7545-4855-8082-6FA28B0D4C1E}" srcOrd="0" destOrd="0" presId="urn:microsoft.com/office/officeart/2005/8/layout/process2"/>
    <dgm:cxn modelId="{490D0EDE-E62B-4781-96D2-5CC293078B82}" type="presOf" srcId="{5EC0933B-9C98-40C4-BBDB-14D931FE9A57}" destId="{FD8B693A-BCD5-4856-B197-9F9752B91990}" srcOrd="1" destOrd="0" presId="urn:microsoft.com/office/officeart/2005/8/layout/process2"/>
    <dgm:cxn modelId="{DCDA27E2-0396-414E-8494-BE366CD385EC}" srcId="{E21CA101-3904-40D3-BF3E-08FC4697F537}" destId="{E992B51E-90DE-4A5C-A028-78B73DE55BBE}" srcOrd="0" destOrd="0" parTransId="{42BA900B-7FBC-4137-B534-255E803A7F26}" sibTransId="{3DC1AEE9-00D4-4575-B1E0-0F747378E18D}"/>
    <dgm:cxn modelId="{7FED46E4-5988-4F2C-A8F1-C018D5F352FC}" type="presOf" srcId="{2FDD072B-F354-43BD-BADB-58E4B2FE253B}" destId="{FCD81BD1-10A7-4D8C-8600-635AB7375E7E}" srcOrd="1" destOrd="0" presId="urn:microsoft.com/office/officeart/2005/8/layout/process2"/>
    <dgm:cxn modelId="{A02C09ED-3845-40F6-A0FA-868279E423AE}" type="presOf" srcId="{5EC0933B-9C98-40C4-BBDB-14D931FE9A57}" destId="{42A5F06E-01FE-46EC-AFFB-BC039B77C63E}" srcOrd="0" destOrd="0" presId="urn:microsoft.com/office/officeart/2005/8/layout/process2"/>
    <dgm:cxn modelId="{A6014CF5-9857-40C9-B689-3823C5D3A47D}" srcId="{E21CA101-3904-40D3-BF3E-08FC4697F537}" destId="{027C27C3-BDFA-438E-94C1-9005A3C01015}" srcOrd="5" destOrd="0" parTransId="{83287DCD-13FA-4B7F-96B1-DC733FF3821F}" sibTransId="{2E9593B5-E57C-4E32-B9C1-A321741FCFF0}"/>
    <dgm:cxn modelId="{BF50DFF8-80FA-496A-A056-53899AB1D093}" type="presOf" srcId="{2FDD072B-F354-43BD-BADB-58E4B2FE253B}" destId="{3C8A6259-2C78-43C8-80BE-EE9A4DE5ABE9}" srcOrd="0" destOrd="0" presId="urn:microsoft.com/office/officeart/2005/8/layout/process2"/>
    <dgm:cxn modelId="{F828B8FD-B622-4302-83EC-559BA1C57269}" type="presOf" srcId="{2E9593B5-E57C-4E32-B9C1-A321741FCFF0}" destId="{D755CAC7-A02F-4CC9-9E58-3E266E04557D}" srcOrd="1" destOrd="0" presId="urn:microsoft.com/office/officeart/2005/8/layout/process2"/>
    <dgm:cxn modelId="{2350A65B-E02C-4330-8655-CCFC6AF52F2F}" type="presParOf" srcId="{B7463A3D-1382-4392-934B-DEBB8EFCF580}" destId="{B0C1415E-852C-4DF4-B55E-8BAE21EB9F79}" srcOrd="0" destOrd="0" presId="urn:microsoft.com/office/officeart/2005/8/layout/process2"/>
    <dgm:cxn modelId="{4EA90D2D-3DB9-4D56-9210-B7FFBDA47F6D}" type="presParOf" srcId="{B7463A3D-1382-4392-934B-DEBB8EFCF580}" destId="{6B29B225-0CDC-47DB-8A31-F6953CF758D1}" srcOrd="1" destOrd="0" presId="urn:microsoft.com/office/officeart/2005/8/layout/process2"/>
    <dgm:cxn modelId="{242A5397-F884-4B73-87CE-17E8DFDB7250}" type="presParOf" srcId="{6B29B225-0CDC-47DB-8A31-F6953CF758D1}" destId="{4E10F69D-4785-4D83-A19C-8FBAEEF36597}" srcOrd="0" destOrd="0" presId="urn:microsoft.com/office/officeart/2005/8/layout/process2"/>
    <dgm:cxn modelId="{B8BF9694-BE74-445B-B438-DBBC204449FA}" type="presParOf" srcId="{B7463A3D-1382-4392-934B-DEBB8EFCF580}" destId="{2D3BEF4C-B618-4D99-9C85-AEC2CB89EDFF}" srcOrd="2" destOrd="0" presId="urn:microsoft.com/office/officeart/2005/8/layout/process2"/>
    <dgm:cxn modelId="{2A26050D-0B85-4CBA-9529-6DB7AE1C07CD}" type="presParOf" srcId="{B7463A3D-1382-4392-934B-DEBB8EFCF580}" destId="{42A5F06E-01FE-46EC-AFFB-BC039B77C63E}" srcOrd="3" destOrd="0" presId="urn:microsoft.com/office/officeart/2005/8/layout/process2"/>
    <dgm:cxn modelId="{AA34BFE0-4D92-4C9F-BA99-167023355551}" type="presParOf" srcId="{42A5F06E-01FE-46EC-AFFB-BC039B77C63E}" destId="{FD8B693A-BCD5-4856-B197-9F9752B91990}" srcOrd="0" destOrd="0" presId="urn:microsoft.com/office/officeart/2005/8/layout/process2"/>
    <dgm:cxn modelId="{5B86729D-2F9F-4DEE-99C2-1654A888B531}" type="presParOf" srcId="{B7463A3D-1382-4392-934B-DEBB8EFCF580}" destId="{1C3A6036-FE9E-4896-A562-9134A0D6570E}" srcOrd="4" destOrd="0" presId="urn:microsoft.com/office/officeart/2005/8/layout/process2"/>
    <dgm:cxn modelId="{372502A4-8A78-4962-A5CA-BB639CD6B323}" type="presParOf" srcId="{B7463A3D-1382-4392-934B-DEBB8EFCF580}" destId="{237D6FD3-E5FB-4F84-A910-097074387920}" srcOrd="5" destOrd="0" presId="urn:microsoft.com/office/officeart/2005/8/layout/process2"/>
    <dgm:cxn modelId="{36A2E018-489B-45E6-8B33-33889FF65BA0}" type="presParOf" srcId="{237D6FD3-E5FB-4F84-A910-097074387920}" destId="{7D3DF611-8D40-44BC-828D-8495994BA0D0}" srcOrd="0" destOrd="0" presId="urn:microsoft.com/office/officeart/2005/8/layout/process2"/>
    <dgm:cxn modelId="{0D3CD38C-56C4-4022-81B4-99519FDC28CF}" type="presParOf" srcId="{B7463A3D-1382-4392-934B-DEBB8EFCF580}" destId="{49E91073-555F-4565-81F3-89AF2E2A519D}" srcOrd="6" destOrd="0" presId="urn:microsoft.com/office/officeart/2005/8/layout/process2"/>
    <dgm:cxn modelId="{14A3E383-EFD6-45B5-B74E-CA413FEEA0AD}" type="presParOf" srcId="{B7463A3D-1382-4392-934B-DEBB8EFCF580}" destId="{C1A84021-30BE-4CB8-8E17-151A5D500601}" srcOrd="7" destOrd="0" presId="urn:microsoft.com/office/officeart/2005/8/layout/process2"/>
    <dgm:cxn modelId="{8E1F03D3-FD4C-407B-B83E-2A87DDB97FF1}" type="presParOf" srcId="{C1A84021-30BE-4CB8-8E17-151A5D500601}" destId="{CE8E075B-4E1C-400B-9489-B51FE4FF66FA}" srcOrd="0" destOrd="0" presId="urn:microsoft.com/office/officeart/2005/8/layout/process2"/>
    <dgm:cxn modelId="{5508E44F-5E48-4E6D-A6D4-68D8E5924C97}" type="presParOf" srcId="{B7463A3D-1382-4392-934B-DEBB8EFCF580}" destId="{FC879369-B4F8-4BA9-A334-FF00FDB840FD}" srcOrd="8" destOrd="0" presId="urn:microsoft.com/office/officeart/2005/8/layout/process2"/>
    <dgm:cxn modelId="{A78700E8-1464-41FD-BFC1-8E6218E1F156}" type="presParOf" srcId="{B7463A3D-1382-4392-934B-DEBB8EFCF580}" destId="{52940CE1-6367-4745-878F-4801FFFACE10}" srcOrd="9" destOrd="0" presId="urn:microsoft.com/office/officeart/2005/8/layout/process2"/>
    <dgm:cxn modelId="{DC4F2170-669F-4916-A67B-D401311B4AB0}" type="presParOf" srcId="{52940CE1-6367-4745-878F-4801FFFACE10}" destId="{4AF9F8B6-D25D-4C06-A753-7EC5E74D0712}" srcOrd="0" destOrd="0" presId="urn:microsoft.com/office/officeart/2005/8/layout/process2"/>
    <dgm:cxn modelId="{8A3CC0F3-2EF1-45AA-AA46-93762DEDA4ED}" type="presParOf" srcId="{B7463A3D-1382-4392-934B-DEBB8EFCF580}" destId="{F4D1167E-28F1-4605-A64C-F25EF054FA94}" srcOrd="10" destOrd="0" presId="urn:microsoft.com/office/officeart/2005/8/layout/process2"/>
    <dgm:cxn modelId="{C81EBAF0-7FD3-4DEC-B7E6-7993E06692C9}" type="presParOf" srcId="{B7463A3D-1382-4392-934B-DEBB8EFCF580}" destId="{851E750A-7545-4855-8082-6FA28B0D4C1E}" srcOrd="11" destOrd="0" presId="urn:microsoft.com/office/officeart/2005/8/layout/process2"/>
    <dgm:cxn modelId="{61AC4E44-36A0-48FF-BC49-9A042D500D11}" type="presParOf" srcId="{851E750A-7545-4855-8082-6FA28B0D4C1E}" destId="{D755CAC7-A02F-4CC9-9E58-3E266E04557D}" srcOrd="0" destOrd="0" presId="urn:microsoft.com/office/officeart/2005/8/layout/process2"/>
    <dgm:cxn modelId="{E15D7BBE-043F-45CD-B167-8633F06C2148}" type="presParOf" srcId="{B7463A3D-1382-4392-934B-DEBB8EFCF580}" destId="{E5A52C84-AABF-4A8F-8489-BACD67398061}" srcOrd="12" destOrd="0" presId="urn:microsoft.com/office/officeart/2005/8/layout/process2"/>
    <dgm:cxn modelId="{46EEFCFE-B09C-406F-9B24-59531057B228}" type="presParOf" srcId="{B7463A3D-1382-4392-934B-DEBB8EFCF580}" destId="{3C8A6259-2C78-43C8-80BE-EE9A4DE5ABE9}" srcOrd="13" destOrd="0" presId="urn:microsoft.com/office/officeart/2005/8/layout/process2"/>
    <dgm:cxn modelId="{44E89A30-28AB-42EE-A874-87AB31C1E2FB}" type="presParOf" srcId="{3C8A6259-2C78-43C8-80BE-EE9A4DE5ABE9}" destId="{FCD81BD1-10A7-4D8C-8600-635AB7375E7E}" srcOrd="0" destOrd="0" presId="urn:microsoft.com/office/officeart/2005/8/layout/process2"/>
    <dgm:cxn modelId="{46BA069A-9B7D-41E5-8F44-F2D13D1B0AFB}" type="presParOf" srcId="{B7463A3D-1382-4392-934B-DEBB8EFCF580}" destId="{88C29716-6337-4FAB-BD76-8B1BA0BB460F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E5A044-91E8-4FA8-AD11-5C56BB8974DB}">
      <dsp:nvSpPr>
        <dsp:cNvPr id="0" name=""/>
        <dsp:cNvSpPr/>
      </dsp:nvSpPr>
      <dsp:spPr>
        <a:xfrm>
          <a:off x="1140990" y="2206"/>
          <a:ext cx="2222599" cy="133355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/>
            <a:t>1. Backend : Django &amp; ORM</a:t>
          </a:r>
          <a:endParaRPr lang="en-US" sz="1600" kern="1200"/>
        </a:p>
      </dsp:txBody>
      <dsp:txXfrm>
        <a:off x="1140990" y="2206"/>
        <a:ext cx="2222599" cy="1333559"/>
      </dsp:txXfrm>
    </dsp:sp>
    <dsp:sp modelId="{9417B549-2EBE-410A-B69C-170F514519B4}">
      <dsp:nvSpPr>
        <dsp:cNvPr id="0" name=""/>
        <dsp:cNvSpPr/>
      </dsp:nvSpPr>
      <dsp:spPr>
        <a:xfrm>
          <a:off x="3585849" y="2206"/>
          <a:ext cx="2222599" cy="133355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/>
            <a:t>Performance :</a:t>
          </a:r>
          <a:r>
            <a:rPr lang="fr-FR" sz="1600" kern="1200"/>
            <a:t> Calculs nutritionnels via </a:t>
          </a:r>
          <a:r>
            <a:rPr lang="fr-FR" sz="1600" b="1" kern="1200"/>
            <a:t>agrégations en base de données</a:t>
          </a:r>
          <a:r>
            <a:rPr lang="fr-FR" sz="1600" kern="1200"/>
            <a:t> (Sum, Avg) plutôt qu'en Python.</a:t>
          </a:r>
          <a:endParaRPr lang="en-US" sz="1600" kern="1200"/>
        </a:p>
      </dsp:txBody>
      <dsp:txXfrm>
        <a:off x="3585849" y="2206"/>
        <a:ext cx="2222599" cy="1333559"/>
      </dsp:txXfrm>
    </dsp:sp>
    <dsp:sp modelId="{0F059D03-D1FE-47D2-84BA-62E45A48711D}">
      <dsp:nvSpPr>
        <dsp:cNvPr id="0" name=""/>
        <dsp:cNvSpPr/>
      </dsp:nvSpPr>
      <dsp:spPr>
        <a:xfrm>
          <a:off x="1140990" y="1558026"/>
          <a:ext cx="2222599" cy="133355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/>
            <a:t>2. Frontend : Visualisation dynamique</a:t>
          </a:r>
          <a:endParaRPr lang="en-US" sz="1600" kern="1200"/>
        </a:p>
      </dsp:txBody>
      <dsp:txXfrm>
        <a:off x="1140990" y="1558026"/>
        <a:ext cx="2222599" cy="1333559"/>
      </dsp:txXfrm>
    </dsp:sp>
    <dsp:sp modelId="{44B5533B-0CB0-4B74-B2D4-10539775DC9A}">
      <dsp:nvSpPr>
        <dsp:cNvPr id="0" name=""/>
        <dsp:cNvSpPr/>
      </dsp:nvSpPr>
      <dsp:spPr>
        <a:xfrm>
          <a:off x="3585849" y="1558026"/>
          <a:ext cx="2222599" cy="133355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/>
            <a:t>UX :</a:t>
          </a:r>
          <a:r>
            <a:rPr lang="fr-FR" sz="1600" kern="1200"/>
            <a:t> Lecture fluide et interface </a:t>
          </a:r>
          <a:r>
            <a:rPr lang="fr-FR" sz="1600" b="1" kern="1200"/>
            <a:t>responsive</a:t>
          </a:r>
          <a:r>
            <a:rPr lang="fr-FR" sz="1600" kern="1200"/>
            <a:t> (adaptée mobile/PC).</a:t>
          </a:r>
          <a:endParaRPr lang="en-US" sz="1600" kern="1200"/>
        </a:p>
      </dsp:txBody>
      <dsp:txXfrm>
        <a:off x="3585849" y="1558026"/>
        <a:ext cx="2222599" cy="1333559"/>
      </dsp:txXfrm>
    </dsp:sp>
    <dsp:sp modelId="{892166FB-94E3-409E-AD7B-813A407998F2}">
      <dsp:nvSpPr>
        <dsp:cNvPr id="0" name=""/>
        <dsp:cNvSpPr/>
      </dsp:nvSpPr>
      <dsp:spPr>
        <a:xfrm>
          <a:off x="1140990" y="3113845"/>
          <a:ext cx="2222599" cy="133355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/>
            <a:t>3. Gestion Médias : Pillow</a:t>
          </a:r>
          <a:endParaRPr lang="en-US" sz="1600" kern="1200"/>
        </a:p>
      </dsp:txBody>
      <dsp:txXfrm>
        <a:off x="1140990" y="3113845"/>
        <a:ext cx="2222599" cy="1333559"/>
      </dsp:txXfrm>
    </dsp:sp>
    <dsp:sp modelId="{A0A1D627-640E-4846-B308-492D92458727}">
      <dsp:nvSpPr>
        <dsp:cNvPr id="0" name=""/>
        <dsp:cNvSpPr/>
      </dsp:nvSpPr>
      <dsp:spPr>
        <a:xfrm>
          <a:off x="3585849" y="3113845"/>
          <a:ext cx="2222599" cy="133355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/>
            <a:t>Traitement :</a:t>
          </a:r>
          <a:r>
            <a:rPr lang="fr-FR" sz="1600" kern="1200"/>
            <a:t> Validation et redimensionnement des images d'aliments à l'upload.</a:t>
          </a:r>
          <a:endParaRPr lang="en-US" sz="1600" kern="1200"/>
        </a:p>
      </dsp:txBody>
      <dsp:txXfrm>
        <a:off x="3585849" y="3113845"/>
        <a:ext cx="2222599" cy="13335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1415E-852C-4DF4-B55E-8BAE21EB9F79}">
      <dsp:nvSpPr>
        <dsp:cNvPr id="0" name=""/>
        <dsp:cNvSpPr/>
      </dsp:nvSpPr>
      <dsp:spPr>
        <a:xfrm>
          <a:off x="273000" y="261161"/>
          <a:ext cx="2602927" cy="7020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baseline="0"/>
            <a:t>App (Render - PaaS) :</a:t>
          </a:r>
          <a:endParaRPr lang="en-US" sz="1000" kern="1200"/>
        </a:p>
      </dsp:txBody>
      <dsp:txXfrm>
        <a:off x="293561" y="281722"/>
        <a:ext cx="2561805" cy="660889"/>
      </dsp:txXfrm>
    </dsp:sp>
    <dsp:sp modelId="{6B29B225-0CDC-47DB-8A31-F6953CF758D1}">
      <dsp:nvSpPr>
        <dsp:cNvPr id="0" name=""/>
        <dsp:cNvSpPr/>
      </dsp:nvSpPr>
      <dsp:spPr>
        <a:xfrm rot="5550296">
          <a:off x="1061559" y="1431490"/>
          <a:ext cx="940303" cy="315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1439010" y="1119337"/>
        <a:ext cx="189543" cy="845532"/>
      </dsp:txXfrm>
    </dsp:sp>
    <dsp:sp modelId="{2D3BEF4C-B618-4D99-9C85-AEC2CB89EDFF}">
      <dsp:nvSpPr>
        <dsp:cNvPr id="0" name=""/>
        <dsp:cNvSpPr/>
      </dsp:nvSpPr>
      <dsp:spPr>
        <a:xfrm>
          <a:off x="187494" y="2215712"/>
          <a:ext cx="2602927" cy="7020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i="1" kern="1200" baseline="0" dirty="0"/>
            <a:t>Justification :</a:t>
          </a:r>
          <a:r>
            <a:rPr lang="fr-FR" sz="1000" b="0" i="0" kern="1200" baseline="0" dirty="0"/>
            <a:t> Automatisation du déploiement via GitHub (CI/CD). SSL (HTTPS) gratuit et géré nativement.</a:t>
          </a:r>
          <a:endParaRPr lang="en-US" sz="1000" kern="1200" dirty="0"/>
        </a:p>
      </dsp:txBody>
      <dsp:txXfrm>
        <a:off x="208055" y="2236273"/>
        <a:ext cx="2561805" cy="660889"/>
      </dsp:txXfrm>
    </dsp:sp>
    <dsp:sp modelId="{42A5F06E-01FE-46EC-AFFB-BC039B77C63E}">
      <dsp:nvSpPr>
        <dsp:cNvPr id="0" name=""/>
        <dsp:cNvSpPr/>
      </dsp:nvSpPr>
      <dsp:spPr>
        <a:xfrm rot="20048505">
          <a:off x="2444091" y="1385764"/>
          <a:ext cx="2311135" cy="315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2448835" y="1469612"/>
        <a:ext cx="2216364" cy="189543"/>
      </dsp:txXfrm>
    </dsp:sp>
    <dsp:sp modelId="{1C3A6036-FE9E-4896-A562-9134A0D6570E}">
      <dsp:nvSpPr>
        <dsp:cNvPr id="0" name=""/>
        <dsp:cNvSpPr/>
      </dsp:nvSpPr>
      <dsp:spPr>
        <a:xfrm>
          <a:off x="4408896" y="169710"/>
          <a:ext cx="2602927" cy="7020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baseline="0"/>
            <a:t>Data (Supabase - PostgreSQL) :</a:t>
          </a:r>
          <a:endParaRPr lang="en-US" sz="1000" kern="1200"/>
        </a:p>
      </dsp:txBody>
      <dsp:txXfrm>
        <a:off x="4429457" y="190271"/>
        <a:ext cx="2561805" cy="660889"/>
      </dsp:txXfrm>
    </dsp:sp>
    <dsp:sp modelId="{237D6FD3-E5FB-4F84-A910-097074387920}">
      <dsp:nvSpPr>
        <dsp:cNvPr id="0" name=""/>
        <dsp:cNvSpPr/>
      </dsp:nvSpPr>
      <dsp:spPr>
        <a:xfrm rot="5475542">
          <a:off x="5222411" y="1335706"/>
          <a:ext cx="933130" cy="315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5595246" y="1027105"/>
        <a:ext cx="189543" cy="838359"/>
      </dsp:txXfrm>
    </dsp:sp>
    <dsp:sp modelId="{49E91073-555F-4565-81F3-89AF2E2A519D}">
      <dsp:nvSpPr>
        <dsp:cNvPr id="0" name=""/>
        <dsp:cNvSpPr/>
      </dsp:nvSpPr>
      <dsp:spPr>
        <a:xfrm>
          <a:off x="4366130" y="2115595"/>
          <a:ext cx="2602927" cy="7020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i="1" kern="1200" baseline="0"/>
            <a:t>Justification :</a:t>
          </a:r>
          <a:r>
            <a:rPr lang="fr-FR" sz="1000" b="0" i="0" kern="1200" baseline="0"/>
            <a:t> Remplacement de SQLite pour garantir la </a:t>
          </a:r>
          <a:r>
            <a:rPr lang="fr-FR" sz="1000" b="1" i="0" kern="1200" baseline="0"/>
            <a:t>persistance</a:t>
          </a:r>
          <a:r>
            <a:rPr lang="fr-FR" sz="1000" b="0" i="0" kern="1200" baseline="0"/>
            <a:t>. PostgreSQL est le standard pour les applications Django professionnelles.</a:t>
          </a:r>
          <a:endParaRPr lang="en-US" sz="1000" kern="1200"/>
        </a:p>
      </dsp:txBody>
      <dsp:txXfrm>
        <a:off x="4386691" y="2136156"/>
        <a:ext cx="2561805" cy="660889"/>
      </dsp:txXfrm>
    </dsp:sp>
    <dsp:sp modelId="{C1A84021-30BE-4CB8-8E17-151A5D500601}">
      <dsp:nvSpPr>
        <dsp:cNvPr id="0" name=""/>
        <dsp:cNvSpPr/>
      </dsp:nvSpPr>
      <dsp:spPr>
        <a:xfrm rot="19960096">
          <a:off x="6534348" y="1335056"/>
          <a:ext cx="2033966" cy="315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6539638" y="1419994"/>
        <a:ext cx="1939195" cy="189543"/>
      </dsp:txXfrm>
    </dsp:sp>
    <dsp:sp modelId="{FC879369-B4F8-4BA9-A334-FF00FDB840FD}">
      <dsp:nvSpPr>
        <dsp:cNvPr id="0" name=""/>
        <dsp:cNvSpPr/>
      </dsp:nvSpPr>
      <dsp:spPr>
        <a:xfrm>
          <a:off x="8133607" y="168411"/>
          <a:ext cx="2602927" cy="7020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baseline="0"/>
            <a:t>Médias (Cloudinary - SaaS) :</a:t>
          </a:r>
          <a:endParaRPr lang="en-US" sz="1000" kern="1200"/>
        </a:p>
      </dsp:txBody>
      <dsp:txXfrm>
        <a:off x="8154168" y="188972"/>
        <a:ext cx="2561805" cy="660889"/>
      </dsp:txXfrm>
    </dsp:sp>
    <dsp:sp modelId="{52940CE1-6367-4745-878F-4801FFFACE10}">
      <dsp:nvSpPr>
        <dsp:cNvPr id="0" name=""/>
        <dsp:cNvSpPr/>
      </dsp:nvSpPr>
      <dsp:spPr>
        <a:xfrm rot="5617168">
          <a:off x="8905612" y="1335056"/>
          <a:ext cx="935745" cy="315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9281704" y="1025231"/>
        <a:ext cx="189543" cy="840974"/>
      </dsp:txXfrm>
    </dsp:sp>
    <dsp:sp modelId="{F4D1167E-28F1-4605-A64C-F25EF054FA94}">
      <dsp:nvSpPr>
        <dsp:cNvPr id="0" name=""/>
        <dsp:cNvSpPr/>
      </dsp:nvSpPr>
      <dsp:spPr>
        <a:xfrm>
          <a:off x="8010436" y="2115595"/>
          <a:ext cx="2602927" cy="7020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i="1" kern="1200" baseline="0" dirty="0"/>
            <a:t>Justification :</a:t>
          </a:r>
          <a:r>
            <a:rPr lang="fr-FR" sz="1000" b="0" i="0" kern="1200" baseline="0" dirty="0"/>
            <a:t> Stockage externe indispensable car le disque de </a:t>
          </a:r>
          <a:r>
            <a:rPr lang="fr-FR" sz="1000" b="0" i="0" kern="1200" baseline="0" dirty="0" err="1"/>
            <a:t>Render</a:t>
          </a:r>
          <a:r>
            <a:rPr lang="fr-FR" sz="1000" b="0" i="0" kern="1200" baseline="0" dirty="0"/>
            <a:t> est </a:t>
          </a:r>
          <a:r>
            <a:rPr lang="fr-FR" sz="1000" b="1" i="0" kern="1200" baseline="0" dirty="0"/>
            <a:t>éphémère</a:t>
          </a:r>
          <a:r>
            <a:rPr lang="fr-FR" sz="1000" b="0" i="0" kern="1200" baseline="0" dirty="0"/>
            <a:t>. Optimisation automatique du poids des images.</a:t>
          </a:r>
          <a:endParaRPr lang="en-US" sz="1000" kern="1200" dirty="0"/>
        </a:p>
      </dsp:txBody>
      <dsp:txXfrm>
        <a:off x="8030997" y="2136156"/>
        <a:ext cx="2561805" cy="660889"/>
      </dsp:txXfrm>
    </dsp:sp>
    <dsp:sp modelId="{851E750A-7545-4855-8082-6FA28B0D4C1E}">
      <dsp:nvSpPr>
        <dsp:cNvPr id="0" name=""/>
        <dsp:cNvSpPr/>
      </dsp:nvSpPr>
      <dsp:spPr>
        <a:xfrm rot="5834810">
          <a:off x="8835047" y="3149033"/>
          <a:ext cx="739979" cy="315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9116242" y="2937375"/>
        <a:ext cx="189543" cy="645208"/>
      </dsp:txXfrm>
    </dsp:sp>
    <dsp:sp modelId="{E5A52C84-AABF-4A8F-8489-BACD67398061}">
      <dsp:nvSpPr>
        <dsp:cNvPr id="0" name=""/>
        <dsp:cNvSpPr/>
      </dsp:nvSpPr>
      <dsp:spPr>
        <a:xfrm>
          <a:off x="7796710" y="3796365"/>
          <a:ext cx="2602927" cy="7020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1" i="0" kern="1200" baseline="0"/>
            <a:t>Coût total : 0€</a:t>
          </a:r>
          <a:endParaRPr lang="en-US" sz="1000" kern="1200"/>
        </a:p>
      </dsp:txBody>
      <dsp:txXfrm>
        <a:off x="7817271" y="3816926"/>
        <a:ext cx="2561805" cy="660889"/>
      </dsp:txXfrm>
    </dsp:sp>
    <dsp:sp modelId="{3C8A6259-2C78-43C8-80BE-EE9A4DE5ABE9}">
      <dsp:nvSpPr>
        <dsp:cNvPr id="0" name=""/>
        <dsp:cNvSpPr/>
      </dsp:nvSpPr>
      <dsp:spPr>
        <a:xfrm rot="10752776">
          <a:off x="6922865" y="4014157"/>
          <a:ext cx="749049" cy="315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10800000">
        <a:off x="7017632" y="4076687"/>
        <a:ext cx="654278" cy="189543"/>
      </dsp:txXfrm>
    </dsp:sp>
    <dsp:sp modelId="{88C29716-6337-4FAB-BD76-8B1BA0BB460F}">
      <dsp:nvSpPr>
        <dsp:cNvPr id="0" name=""/>
        <dsp:cNvSpPr/>
      </dsp:nvSpPr>
      <dsp:spPr>
        <a:xfrm>
          <a:off x="4195143" y="3845843"/>
          <a:ext cx="2602927" cy="7020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00" b="0" i="1" kern="1200" baseline="0"/>
            <a:t>Justification :</a:t>
          </a:r>
          <a:r>
            <a:rPr lang="fr-FR" sz="1000" b="0" i="0" kern="1200" baseline="0"/>
            <a:t> Utilisation stratégique des paliers "Free Tier" de chaque service pour un MVP à coût nul.</a:t>
          </a:r>
          <a:endParaRPr lang="en-US" sz="1000" kern="1200"/>
        </a:p>
      </dsp:txBody>
      <dsp:txXfrm>
        <a:off x="4215704" y="3866404"/>
        <a:ext cx="2561805" cy="6608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6786DA65-2069-44F7-9318-B689F9ECEA54}" type="datetime1">
              <a:rPr lang="fr-FR" smtClean="0"/>
              <a:t>01/04/2026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49E357A0-8177-46BC-BFCE-19D99E3453C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702684C5-AF47-4C61-BBB3-A7F9183F97D3}" type="datetime1">
              <a:rPr lang="fr-FR" noProof="0" smtClean="0"/>
              <a:t>01/04/2026</a:t>
            </a:fld>
            <a:endParaRPr lang="fr-FR" noProof="0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 noProof="0"/>
              <a:t>Modifiez les styles du texte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7C366290-4595-5745-A50F-D5EC13BAC604}" type="slidenum">
              <a:rPr lang="fr-FR" noProof="0" smtClean="0"/>
              <a:t>‹N°›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7C366290-4595-5745-A50F-D5EC13BAC604}" type="slidenum">
              <a:rPr lang="fr-FR" noProof="0" smtClean="0"/>
              <a:t>1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7C366290-4595-5745-A50F-D5EC13BAC604}" type="slidenum">
              <a:rPr lang="fr-FR" noProof="0" smtClean="0"/>
              <a:t>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7C366290-4595-5745-A50F-D5EC13BAC604}" type="slidenum">
              <a:rPr lang="fr-FR" noProof="0" smtClean="0"/>
              <a:t>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7C366290-4595-5745-A50F-D5EC13BAC604}" type="slidenum">
              <a:rPr lang="fr-FR" noProof="0" smtClean="0"/>
              <a:t>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7C366290-4595-5745-A50F-D5EC13BAC604}" type="slidenum">
              <a:rPr lang="fr-FR" noProof="0" smtClean="0"/>
              <a:t>7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105550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tit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orme libre : Forme 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4" name="Forme libre : Forme 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3" name="Forme libre : Form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rtlCol="0" anchor="ctr"/>
          <a:lstStyle>
            <a:lvl1pPr algn="ctr">
              <a:defRPr lang="fr-FR" sz="48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Ordre du jou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5" name="Forme libre : Form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2" name="Forme libre : Forme 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6" name="Forme libre : Form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rtlCol="0" anchor="ctr" anchorCtr="0"/>
          <a:lstStyle>
            <a:lvl1pPr algn="l">
              <a:defRPr lang="fr-FR" sz="3200">
                <a:solidFill>
                  <a:schemeClr val="accent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 rtlCol="0"/>
          <a:lstStyle>
            <a:lvl1pPr marL="0" indent="0" algn="r">
              <a:buNone/>
              <a:defRPr lang="fr-FR" sz="2400" cap="all" baseline="0"/>
            </a:lvl1pPr>
            <a:lvl2pPr marL="457200" indent="0" algn="r">
              <a:buNone/>
              <a:defRPr lang="fr-FR" sz="1800">
                <a:latin typeface="+mj-lt"/>
              </a:defRPr>
            </a:lvl2pPr>
            <a:lvl3pPr marL="914400" indent="0" algn="r">
              <a:buNone/>
              <a:defRPr lang="fr-FR"/>
            </a:lvl3pPr>
            <a:lvl4pPr marL="1371600" indent="0" algn="r">
              <a:buNone/>
              <a:defRPr lang="fr-FR"/>
            </a:lvl4pPr>
            <a:lvl5pPr marL="1828800" indent="0" algn="r">
              <a:buNone/>
              <a:defRPr lang="fr-FR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vec légen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>
              <a:lnSpc>
                <a:spcPct val="75000"/>
              </a:lnSpc>
              <a:defRPr lang="fr-FR" sz="48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orme libre : Form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1" name="Espace réservé d’image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rtlCol="0" anchor="t">
            <a:noAutofit/>
          </a:bodyPr>
          <a:lstStyle>
            <a:lvl1pPr marL="0" indent="0" algn="r">
              <a:buNone/>
              <a:defRPr lang="fr-FR" sz="18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pPr rtl="0"/>
            <a:r>
              <a:rPr lang="fr-FR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-tête de sectio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e libre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8" name="Forme libre : Forme 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Forme libre : Forme 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rtlCol="0" anchor="b"/>
          <a:lstStyle>
            <a:lvl1pPr>
              <a:lnSpc>
                <a:spcPct val="75000"/>
              </a:lnSpc>
              <a:defRPr lang="fr-FR" sz="48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 rtlCol="0">
            <a:noAutofit/>
          </a:bodyPr>
          <a:lstStyle>
            <a:lvl1pPr marL="0" indent="0">
              <a:buNone/>
              <a:defRPr lang="fr-FR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 rtlCol="0">
            <a:noAutofit/>
          </a:bodyPr>
          <a:lstStyle>
            <a:lvl1pPr marL="0" indent="0">
              <a:buFont typeface="Courier New" panose="02070309020205020404" pitchFamily="49" charset="0"/>
              <a:buNone/>
              <a:defRPr lang="fr-FR" sz="2400" b="0" cap="all" baseline="0"/>
            </a:lvl1pPr>
            <a:lvl2pPr>
              <a:defRPr lang="fr-FR" sz="2400"/>
            </a:lvl2pPr>
            <a:lvl3pPr>
              <a:defRPr lang="fr-FR" sz="2400"/>
            </a:lvl3pPr>
            <a:lvl4pPr>
              <a:defRPr lang="fr-FR" sz="2400"/>
            </a:lvl4pPr>
            <a:lvl5pPr>
              <a:defRPr lang="fr-FR" sz="2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e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orme libre : Forme 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0" name="Forme libre : Forme 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r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2" name="Forme libre 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5" name="Forme libre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Forme libre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 rtlCol="0">
            <a:normAutofit/>
          </a:bodyPr>
          <a:lstStyle>
            <a:lvl1pPr>
              <a:defRPr lang="fr-FR" sz="2000"/>
            </a:lvl1pPr>
            <a:lvl2pPr>
              <a:defRPr lang="fr-FR" sz="1800"/>
            </a:lvl2pPr>
            <a:lvl3pPr>
              <a:defRPr lang="fr-FR" sz="1600"/>
            </a:lvl3pPr>
            <a:lvl4pPr>
              <a:defRPr lang="fr-FR" sz="1400"/>
            </a:lvl4pPr>
            <a:lvl5pPr>
              <a:defRPr lang="fr-FR" sz="14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ta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orme libre : Form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4" name="Forme libre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orme libre : Form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rtlCol="0" anchor="b" anchorCtr="0"/>
          <a:lstStyle>
            <a:lvl1pPr algn="ctr">
              <a:defRPr lang="fr-FR" sz="4800" cap="none" baseline="0">
                <a:latin typeface="+mj-lt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fr-FR" sz="2400" cap="all" baseline="0"/>
            </a:lvl1pPr>
          </a:lstStyle>
          <a:p>
            <a:pPr lvl="0" rtl="0"/>
            <a:r>
              <a:rPr lang="fr-FR"/>
              <a:t>Cliquer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 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2" name="Espace réservé du contenu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fr-FR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contenu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 rtlCol="0">
            <a:normAutofit/>
          </a:bodyPr>
          <a:lstStyle>
            <a:lvl1pPr marL="0" indent="0">
              <a:buNone/>
              <a:defRPr lang="fr-FR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2" name="Forme libre 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 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orme libre : Form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r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/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u contenu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 rtlCol="0">
            <a:normAutofit/>
          </a:bodyPr>
          <a:lstStyle>
            <a:lvl1pPr marL="228600" indent="-228600">
              <a:buFont typeface="+mj-lt"/>
              <a:buAutoNum type="arabicPeriod"/>
              <a:defRPr lang="fr-FR"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lang="fr-FR"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lang="fr-FR"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lang="fr-FR"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6" name="Espace réservé du contenu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fr-FR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 et Image du tit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e libre : Form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Forme libre : Form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rtlCol="0" anchor="b" anchorCtr="0"/>
          <a:lstStyle>
            <a:lvl1pPr>
              <a:defRPr lang="fr-FR" sz="32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 rtlCol="0">
            <a:normAutofit/>
          </a:bodyPr>
          <a:lstStyle>
            <a:lvl1pPr marL="0" indent="0">
              <a:buNone/>
              <a:defRPr lang="fr-FR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’image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 rtlCol="0">
            <a:normAutofit/>
          </a:bodyPr>
          <a:lstStyle>
            <a:lvl1pPr marL="0" indent="0" algn="r">
              <a:buNone/>
              <a:defRPr lang="fr-FR" sz="2000"/>
            </a:lvl1pPr>
          </a:lstStyle>
          <a:p>
            <a:pPr rtl="0"/>
            <a:r>
              <a:rPr lang="fr-FR"/>
              <a:t>Cliquez sur l'icône pour ajouter une image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Deux contenus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e libre : Form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4" name="Forme libre : Forme 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6" name="Forme libre : Form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r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fr-FR" sz="3200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contenu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fr-FR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0" name="Espace réservé du contenu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fr-FR"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" name="Forme libre : Forme 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Titr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Espace réservé du contenu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 rtlCol="0"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lang="fr-FR"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" name="Espace réservé du contenu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 rtlCol="0">
            <a:normAutofit/>
          </a:bodyPr>
          <a:lstStyle>
            <a:lvl1pPr marL="0" indent="0">
              <a:buNone/>
              <a:defRPr lang="fr-FR"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orme libre : Form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5" name="Titr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rtlCol="0" anchor="b" anchorCtr="0"/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au tableau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Cliquez sur l'icône pour ajouter un tableau</a:t>
            </a:r>
          </a:p>
        </p:txBody>
      </p:sp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erme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e libre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sp>
        <p:nvSpPr>
          <p:cNvPr id="25" name="Forme libre : Form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3" name="Forme libre : Form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rtlCol="0" anchor="ctr"/>
          <a:lstStyle>
            <a:lvl1pPr algn="l">
              <a:defRPr lang="fr-FR" sz="48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3" name="Espace réservé du contenu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rtlCol="0"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lang="fr-FR"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lang="fr-FR"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lang="fr-FR" sz="2000"/>
            </a:lvl5pPr>
          </a:lstStyle>
          <a:p>
            <a:pPr lvl="0" rtl="0"/>
            <a:r>
              <a:rPr lang="fr-FR"/>
              <a:t>Cliquez pour modifier les styles du texte du masque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orme libre : Form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5" name="Forme libre : Forme 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orme libre : Form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400">
                <a:solidFill>
                  <a:schemeClr val="tx1"/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1400">
                <a:solidFill>
                  <a:schemeClr val="tx1"/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pPr rtl="0"/>
            <a:fld id="{58FB4751-880F-D840-AAA9-3A15815CC996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B45A4A65-E8B8-40CF-7ABD-97EA8FA97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914400"/>
            <a:ext cx="10360152" cy="5029200"/>
          </a:xfrm>
        </p:spPr>
        <p:txBody>
          <a:bodyPr rtlCol="0" anchor="ctr"/>
          <a:lstStyle>
            <a:defPPr>
              <a:defRPr lang="fr-FR"/>
            </a:defPPr>
          </a:lstStyle>
          <a:p>
            <a:pPr rtl="0"/>
            <a:r>
              <a:rPr lang="fr-FR" dirty="0" err="1"/>
              <a:t>Nutritrack</a:t>
            </a:r>
            <a:r>
              <a:rPr lang="fr-FR" dirty="0"/>
              <a:t> pro</a:t>
            </a:r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7" y="914400"/>
            <a:ext cx="5641848" cy="5029200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programme</a:t>
            </a:r>
          </a:p>
        </p:txBody>
      </p:sp>
      <p:graphicFrame>
        <p:nvGraphicFramePr>
          <p:cNvPr id="6" name="Tableau 4">
            <a:extLst>
              <a:ext uri="{FF2B5EF4-FFF2-40B4-BE49-F238E27FC236}">
                <a16:creationId xmlns:a16="http://schemas.microsoft.com/office/drawing/2014/main" id="{0D6FB95E-6987-A57C-3663-3FD6F6FAC2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1804333"/>
              </p:ext>
            </p:extLst>
          </p:nvPr>
        </p:nvGraphicFramePr>
        <p:xfrm>
          <a:off x="7203885" y="1603690"/>
          <a:ext cx="4226175" cy="4614818"/>
        </p:xfrm>
        <a:graphic>
          <a:graphicData uri="http://schemas.openxmlformats.org/drawingml/2006/table">
            <a:tbl>
              <a:tblPr firstRow="1" bandRow="1"/>
              <a:tblGrid>
                <a:gridCol w="4226175">
                  <a:extLst>
                    <a:ext uri="{9D8B030D-6E8A-4147-A177-3AD203B41FA5}">
                      <a16:colId xmlns:a16="http://schemas.microsoft.com/office/drawing/2014/main" val="1563570424"/>
                    </a:ext>
                  </a:extLst>
                </a:gridCol>
              </a:tblGrid>
              <a:tr h="782798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fr-FR"/>
                      </a:pPr>
                      <a:r>
                        <a:rPr lang="fr-FR" sz="2400" b="0" noProof="0" dirty="0">
                          <a:latin typeface="+mn-lt"/>
                          <a:cs typeface="Gill Sans Light" panose="020B0302020104020203" pitchFamily="34" charset="-79"/>
                        </a:rPr>
                        <a:t>INTRODUCTION</a:t>
                      </a:r>
                    </a:p>
                    <a:p>
                      <a:pPr algn="r" rtl="0"/>
                      <a:r>
                        <a:rPr lang="fr-FR" sz="2400" b="0" noProof="0" dirty="0">
                          <a:latin typeface="+mj-lt"/>
                        </a:rPr>
                        <a:t>3</a:t>
                      </a: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9471877"/>
                  </a:ext>
                </a:extLst>
              </a:tr>
              <a:tr h="979008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r" rtl="0"/>
                      <a:r>
                        <a:rPr lang="fr-FR" sz="2400" b="0" noProof="0" dirty="0"/>
                        <a:t>TECHNIQUE</a:t>
                      </a:r>
                    </a:p>
                    <a:p>
                      <a:pPr marL="0" algn="r" defTabSz="914400" rtl="0" eaLnBrk="1" latinLnBrk="0" hangingPunct="1"/>
                      <a:r>
                        <a:rPr lang="fr-FR" sz="2400" b="0" kern="1200" noProof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6238222"/>
                  </a:ext>
                </a:extLst>
              </a:tr>
              <a:tr h="998987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algn="r" rtl="0"/>
                      <a:r>
                        <a:rPr lang="fr-FR" sz="2400" b="0" noProof="0" dirty="0"/>
                        <a:t>DEPLOIEMENT</a:t>
                      </a:r>
                    </a:p>
                    <a:p>
                      <a:pPr marL="0" algn="r" defTabSz="914400" rtl="0" eaLnBrk="1" latinLnBrk="0" hangingPunct="1"/>
                      <a:r>
                        <a:rPr lang="fr-FR" sz="2400" b="0" kern="1200" noProof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24452646"/>
                  </a:ext>
                </a:extLst>
              </a:tr>
              <a:tr h="959028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lang="fr-FR"/>
                      </a:pPr>
                      <a:r>
                        <a:rPr lang="fr-FR" sz="2400" b="0" noProof="0" dirty="0"/>
                        <a:t>DEMO VISUEL</a:t>
                      </a:r>
                      <a:endParaRPr lang="fr-FR" sz="2400" b="0" noProof="0" dirty="0">
                        <a:latin typeface="+mn-lt"/>
                        <a:cs typeface="Gill Sans Light" panose="020B0302020104020203" pitchFamily="34" charset="-79"/>
                      </a:endParaRPr>
                    </a:p>
                    <a:p>
                      <a:pPr marL="0" algn="r" defTabSz="914400" rtl="0" eaLnBrk="1" latinLnBrk="0" hangingPunct="1"/>
                      <a:r>
                        <a:rPr lang="fr-FR" sz="2400" b="0" kern="1200" noProof="0" dirty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6</a:t>
                      </a: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90977400"/>
                  </a:ext>
                </a:extLst>
              </a:tr>
              <a:tr h="854835">
                <a:tc>
                  <a:txBody>
                    <a:bodyPr/>
                    <a:lstStyle>
                      <a:defPPr>
                        <a:defRPr lang="fr-FR"/>
                      </a:defPPr>
                    </a:lstStyle>
                    <a:p>
                      <a:pPr marL="0" algn="r" defTabSz="914400" rtl="0" eaLnBrk="1" latinLnBrk="0" hangingPunct="1"/>
                      <a:endParaRPr lang="fr-FR" sz="2400" b="0" kern="1200" noProof="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637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03EE45-3924-5A20-4FDE-7EA6BBEBD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dirty="0"/>
              <a:t>Introduction</a:t>
            </a:r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90F735BA-ACD7-4C3F-A378-36589618F5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rcRect t="10233" r="-2" b="43069"/>
          <a:stretch>
            <a:fillRect/>
          </a:stretch>
        </p:blipFill>
        <p:spPr>
          <a:xfrm>
            <a:off x="4097800" y="2039111"/>
            <a:ext cx="6949440" cy="3840480"/>
          </a:xfrm>
          <a:prstGeom prst="rect">
            <a:avLst/>
          </a:prstGeom>
          <a:noFill/>
        </p:spPr>
      </p:pic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E1836C23-DB35-82EE-AFAC-A9BB80154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58FB4751-880F-D840-AAA9-3A15815CC996}" type="slidenum">
              <a:rPr lang="fr-FR" smtClean="0"/>
              <a:pPr rtl="0">
                <a:spcAft>
                  <a:spcPts val="600"/>
                </a:spcAft>
              </a:pPr>
              <a:t>3</a:t>
            </a:fld>
            <a:endParaRPr lang="fr-FR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C8DDD8A-A98B-B6A8-F183-4F40DF92D336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fr-CH" dirty="0" err="1"/>
              <a:t>NutriTrack</a:t>
            </a:r>
            <a:r>
              <a:rPr lang="fr-CH" dirty="0"/>
              <a:t> Pro : Le Suivi Nutritionnel Intelligent &amp; Cloud Native</a:t>
            </a:r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rtlCol="0" anchor="b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TECHNIQUE</a:t>
            </a:r>
            <a:endParaRPr lang="fr-FR" dirty="0"/>
          </a:p>
        </p:txBody>
      </p: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7422D5DA-B87E-61E9-0477-A6703BEB4D53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1073345" y="2038350"/>
            <a:ext cx="2498334" cy="384175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rtlCol="0" anchor="ctr">
            <a:normAutofit/>
          </a:bodyPr>
          <a:lstStyle>
            <a:defPPr>
              <a:defRPr lang="fr-FR"/>
            </a:defPPr>
          </a:lstStyle>
          <a:p>
            <a:pPr rtl="0">
              <a:spcAft>
                <a:spcPts val="600"/>
              </a:spcAft>
            </a:pPr>
            <a:fld id="{58FB4751-880F-D840-AAA9-3A15815CC996}" type="slidenum">
              <a:rPr lang="fr-FR" smtClean="0"/>
              <a:pPr rtl="0">
                <a:spcAft>
                  <a:spcPts val="600"/>
                </a:spcAft>
              </a:pPr>
              <a:t>4</a:t>
            </a:fld>
            <a:endParaRPr lang="fr-FR"/>
          </a:p>
        </p:txBody>
      </p:sp>
      <p:graphicFrame>
        <p:nvGraphicFramePr>
          <p:cNvPr id="29" name="Espace réservé du contenu 7">
            <a:extLst>
              <a:ext uri="{FF2B5EF4-FFF2-40B4-BE49-F238E27FC236}">
                <a16:creationId xmlns:a16="http://schemas.microsoft.com/office/drawing/2014/main" id="{B818D8AB-1514-8BDB-E8E3-7C49C16BB54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414626910"/>
              </p:ext>
            </p:extLst>
          </p:nvPr>
        </p:nvGraphicFramePr>
        <p:xfrm>
          <a:off x="4068492" y="1204194"/>
          <a:ext cx="6949440" cy="4449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CD532EF-452B-F182-2428-E50B7CBE5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/>
          <a:lstStyle/>
          <a:p>
            <a:r>
              <a:rPr lang="en-US"/>
              <a:t>DEPLOIEMENT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81EE11A-53C8-9237-9E66-1415619F4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58FB4751-880F-D840-AAA9-3A15815CC996}" type="slidenum">
              <a:rPr lang="fr-FR" smtClean="0"/>
              <a:pPr rtl="0">
                <a:spcAft>
                  <a:spcPts val="600"/>
                </a:spcAft>
              </a:pPr>
              <a:t>5</a:t>
            </a:fld>
            <a:endParaRPr lang="fr-FR"/>
          </a:p>
        </p:txBody>
      </p:sp>
      <p:graphicFrame>
        <p:nvGraphicFramePr>
          <p:cNvPr id="26" name="Rectangle 1">
            <a:extLst>
              <a:ext uri="{FF2B5EF4-FFF2-40B4-BE49-F238E27FC236}">
                <a16:creationId xmlns:a16="http://schemas.microsoft.com/office/drawing/2014/main" id="{6A472D6D-1FC0-C34D-FDEE-B5E5FF05D075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819050103"/>
              </p:ext>
            </p:extLst>
          </p:nvPr>
        </p:nvGraphicFramePr>
        <p:xfrm>
          <a:off x="127000" y="1905061"/>
          <a:ext cx="11506200" cy="8077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1569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F04F82-628D-0F18-23E7-DCD353ED0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DEMO VISUELLE</a:t>
            </a:r>
          </a:p>
        </p:txBody>
      </p:sp>
    </p:spTree>
    <p:extLst>
      <p:ext uri="{BB962C8B-B14F-4D97-AF65-F5344CB8AC3E}">
        <p14:creationId xmlns:p14="http://schemas.microsoft.com/office/powerpoint/2010/main" val="2105922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5DC0028-4150-0F89-E59C-F563C67F6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218882850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584_TF11964407_Win32" id="{540D9604-D470-4912-A56C-559C7DEDFA77}" vid="{7EEC4C63-7C52-47DB-98B0-554EAA035BA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{0DACA40A-D086-4E23-9471-15613171A87F}TF1ed9553b-00c4-4092-846a-c8f7f2908f3b32c6ec63_win32-ae66e9f4dc2c</Template>
  <TotalTime>215</TotalTime>
  <Words>206</Words>
  <Application>Microsoft Office PowerPoint</Application>
  <PresentationFormat>Grand écran</PresentationFormat>
  <Paragraphs>38</Paragraphs>
  <Slides>7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Courier New</vt:lpstr>
      <vt:lpstr>Gill Sans Nova Light</vt:lpstr>
      <vt:lpstr>Sagona Book</vt:lpstr>
      <vt:lpstr>Personnalisé</vt:lpstr>
      <vt:lpstr>Nutritrack pro</vt:lpstr>
      <vt:lpstr>programme</vt:lpstr>
      <vt:lpstr>Introduction</vt:lpstr>
      <vt:lpstr>TECHNIQUE</vt:lpstr>
      <vt:lpstr>DEPLOIEMENT</vt:lpstr>
      <vt:lpstr>DEMO VISUELLE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Romain Lenoir</dc:creator>
  <cp:lastModifiedBy>Romain Lenoir</cp:lastModifiedBy>
  <cp:revision>7</cp:revision>
  <dcterms:created xsi:type="dcterms:W3CDTF">2026-03-24T14:17:39Z</dcterms:created>
  <dcterms:modified xsi:type="dcterms:W3CDTF">2026-04-01T14:35:46Z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